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Times New Roman" charset="1" panose="02030502070405020303"/>
      <p:regular r:id="rId20"/>
    </p:embeddedFont>
    <p:embeddedFont>
      <p:font typeface="Times New Roman Bold" charset="1" panose="020308020704050203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jpe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13" Target="../media/image3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3.png" Type="http://schemas.openxmlformats.org/officeDocument/2006/relationships/image"/><Relationship Id="rId16" Target="../media/image1.png" Type="http://schemas.openxmlformats.org/officeDocument/2006/relationships/image"/><Relationship Id="rId17" Target="../media/image2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19.png" Type="http://schemas.openxmlformats.org/officeDocument/2006/relationships/image"/><Relationship Id="rId12" Target="../media/image28.png" Type="http://schemas.openxmlformats.org/officeDocument/2006/relationships/image"/><Relationship Id="rId13" Target="../media/image3.pn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29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3.jpe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jpe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2" Target="../media/image19.png" Type="http://schemas.openxmlformats.org/officeDocument/2006/relationships/image"/><Relationship Id="rId3" Target="../media/image17.png" Type="http://schemas.openxmlformats.org/officeDocument/2006/relationships/image"/><Relationship Id="rId4" Target="../media/image36.png" Type="http://schemas.openxmlformats.org/officeDocument/2006/relationships/image"/><Relationship Id="rId5" Target="../media/image16.png" Type="http://schemas.openxmlformats.org/officeDocument/2006/relationships/image"/><Relationship Id="rId6" Target="../media/image27.png" Type="http://schemas.openxmlformats.org/officeDocument/2006/relationships/image"/><Relationship Id="rId7" Target="../media/image37.png" Type="http://schemas.openxmlformats.org/officeDocument/2006/relationships/image"/><Relationship Id="rId8" Target="../media/image25.pn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26.jpe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18658" y="640947"/>
            <a:ext cx="3606775" cy="9017403"/>
            <a:chOff x="0" y="0"/>
            <a:chExt cx="949933" cy="2374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9933" cy="2374954"/>
            </a:xfrm>
            <a:custGeom>
              <a:avLst/>
              <a:gdLst/>
              <a:ahLst/>
              <a:cxnLst/>
              <a:rect r="r" b="b" t="t" l="l"/>
              <a:pathLst>
                <a:path h="2374954" w="949933">
                  <a:moveTo>
                    <a:pt x="0" y="0"/>
                  </a:moveTo>
                  <a:lnTo>
                    <a:pt x="949933" y="0"/>
                  </a:lnTo>
                  <a:lnTo>
                    <a:pt x="949933" y="2374954"/>
                  </a:lnTo>
                  <a:lnTo>
                    <a:pt x="0" y="2374954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9933" cy="241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01494" y="5633570"/>
            <a:ext cx="3086506" cy="4653430"/>
            <a:chOff x="0" y="0"/>
            <a:chExt cx="812907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907" cy="1225595"/>
            </a:xfrm>
            <a:custGeom>
              <a:avLst/>
              <a:gdLst/>
              <a:ahLst/>
              <a:cxnLst/>
              <a:rect r="r" b="b" t="t" l="l"/>
              <a:pathLst>
                <a:path h="1225595" w="812907">
                  <a:moveTo>
                    <a:pt x="0" y="0"/>
                  </a:moveTo>
                  <a:lnTo>
                    <a:pt x="812907" y="0"/>
                  </a:lnTo>
                  <a:lnTo>
                    <a:pt x="812907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907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01494" y="15971"/>
            <a:ext cx="3086506" cy="4653430"/>
            <a:chOff x="0" y="0"/>
            <a:chExt cx="812907" cy="12255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907" cy="1225595"/>
            </a:xfrm>
            <a:custGeom>
              <a:avLst/>
              <a:gdLst/>
              <a:ahLst/>
              <a:cxnLst/>
              <a:rect r="r" b="b" t="t" l="l"/>
              <a:pathLst>
                <a:path h="1225595" w="812907">
                  <a:moveTo>
                    <a:pt x="0" y="0"/>
                  </a:moveTo>
                  <a:lnTo>
                    <a:pt x="812907" y="0"/>
                  </a:lnTo>
                  <a:lnTo>
                    <a:pt x="812907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907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4868" y="9258300"/>
            <a:ext cx="3741415" cy="1028700"/>
            <a:chOff x="0" y="0"/>
            <a:chExt cx="9853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5393" cy="270933"/>
            </a:xfrm>
            <a:custGeom>
              <a:avLst/>
              <a:gdLst/>
              <a:ahLst/>
              <a:cxnLst/>
              <a:rect r="r" b="b" t="t" l="l"/>
              <a:pathLst>
                <a:path h="270933" w="985393">
                  <a:moveTo>
                    <a:pt x="0" y="0"/>
                  </a:moveTo>
                  <a:lnTo>
                    <a:pt x="985393" y="0"/>
                  </a:lnTo>
                  <a:lnTo>
                    <a:pt x="98539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53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74868" y="0"/>
            <a:ext cx="3741415" cy="1028700"/>
            <a:chOff x="0" y="0"/>
            <a:chExt cx="985393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5393" cy="270933"/>
            </a:xfrm>
            <a:custGeom>
              <a:avLst/>
              <a:gdLst/>
              <a:ahLst/>
              <a:cxnLst/>
              <a:rect r="r" b="b" t="t" l="l"/>
              <a:pathLst>
                <a:path h="270933" w="985393">
                  <a:moveTo>
                    <a:pt x="0" y="0"/>
                  </a:moveTo>
                  <a:lnTo>
                    <a:pt x="985393" y="0"/>
                  </a:lnTo>
                  <a:lnTo>
                    <a:pt x="98539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53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556087" y="2483366"/>
            <a:ext cx="10449582" cy="1364516"/>
            <a:chOff x="0" y="0"/>
            <a:chExt cx="2752153" cy="3593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52153" cy="359379"/>
            </a:xfrm>
            <a:custGeom>
              <a:avLst/>
              <a:gdLst/>
              <a:ahLst/>
              <a:cxnLst/>
              <a:rect r="r" b="b" t="t" l="l"/>
              <a:pathLst>
                <a:path h="359379" w="2752153">
                  <a:moveTo>
                    <a:pt x="0" y="0"/>
                  </a:moveTo>
                  <a:lnTo>
                    <a:pt x="2752153" y="0"/>
                  </a:lnTo>
                  <a:lnTo>
                    <a:pt x="2752153" y="359379"/>
                  </a:lnTo>
                  <a:lnTo>
                    <a:pt x="0" y="359379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52153" cy="39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7886" y="9772650"/>
            <a:ext cx="1444909" cy="606658"/>
            <a:chOff x="0" y="0"/>
            <a:chExt cx="380552" cy="1597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0552" cy="159778"/>
            </a:xfrm>
            <a:custGeom>
              <a:avLst/>
              <a:gdLst/>
              <a:ahLst/>
              <a:cxnLst/>
              <a:rect r="r" b="b" t="t" l="l"/>
              <a:pathLst>
                <a:path h="159778" w="380552">
                  <a:moveTo>
                    <a:pt x="0" y="0"/>
                  </a:moveTo>
                  <a:lnTo>
                    <a:pt x="380552" y="0"/>
                  </a:lnTo>
                  <a:lnTo>
                    <a:pt x="380552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80552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416073" y="9772650"/>
            <a:ext cx="1484219" cy="606658"/>
            <a:chOff x="0" y="0"/>
            <a:chExt cx="390905" cy="1597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905" cy="159778"/>
            </a:xfrm>
            <a:custGeom>
              <a:avLst/>
              <a:gdLst/>
              <a:ahLst/>
              <a:cxnLst/>
              <a:rect r="r" b="b" t="t" l="l"/>
              <a:pathLst>
                <a:path h="159778" w="390905">
                  <a:moveTo>
                    <a:pt x="0" y="0"/>
                  </a:moveTo>
                  <a:lnTo>
                    <a:pt x="390905" y="0"/>
                  </a:lnTo>
                  <a:lnTo>
                    <a:pt x="390905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90905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94095" y="1028700"/>
            <a:ext cx="7240690" cy="7480441"/>
            <a:chOff x="0" y="0"/>
            <a:chExt cx="7252371" cy="74925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52371" cy="7492509"/>
            </a:xfrm>
            <a:custGeom>
              <a:avLst/>
              <a:gdLst/>
              <a:ahLst/>
              <a:cxnLst/>
              <a:rect r="r" b="b" t="t" l="l"/>
              <a:pathLst>
                <a:path h="7492509" w="7252371">
                  <a:moveTo>
                    <a:pt x="0" y="0"/>
                  </a:moveTo>
                  <a:lnTo>
                    <a:pt x="7252371" y="0"/>
                  </a:lnTo>
                  <a:lnTo>
                    <a:pt x="7252371" y="7492509"/>
                  </a:lnTo>
                  <a:lnTo>
                    <a:pt x="0" y="74925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252371" cy="7530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992800" y="1186717"/>
            <a:ext cx="7351312" cy="6965368"/>
          </a:xfrm>
          <a:custGeom>
            <a:avLst/>
            <a:gdLst/>
            <a:ahLst/>
            <a:cxnLst/>
            <a:rect r="r" b="b" t="t" l="l"/>
            <a:pathLst>
              <a:path h="6965368" w="7351312">
                <a:moveTo>
                  <a:pt x="0" y="0"/>
                </a:moveTo>
                <a:lnTo>
                  <a:pt x="7351312" y="0"/>
                </a:lnTo>
                <a:lnTo>
                  <a:pt x="7351312" y="6965368"/>
                </a:lnTo>
                <a:lnTo>
                  <a:pt x="0" y="696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974008" y="3776599"/>
            <a:ext cx="910730" cy="723594"/>
          </a:xfrm>
          <a:custGeom>
            <a:avLst/>
            <a:gdLst/>
            <a:ahLst/>
            <a:cxnLst/>
            <a:rect r="r" b="b" t="t" l="l"/>
            <a:pathLst>
              <a:path h="723594" w="910730">
                <a:moveTo>
                  <a:pt x="0" y="0"/>
                </a:moveTo>
                <a:lnTo>
                  <a:pt x="910731" y="0"/>
                </a:lnTo>
                <a:lnTo>
                  <a:pt x="910731" y="723594"/>
                </a:lnTo>
                <a:lnTo>
                  <a:pt x="0" y="723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80" t="-21027" r="-3792" b="-15373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11410" y="4682493"/>
            <a:ext cx="3026925" cy="3201488"/>
          </a:xfrm>
          <a:custGeom>
            <a:avLst/>
            <a:gdLst/>
            <a:ahLst/>
            <a:cxnLst/>
            <a:rect r="r" b="b" t="t" l="l"/>
            <a:pathLst>
              <a:path h="3201488" w="3026925">
                <a:moveTo>
                  <a:pt x="0" y="0"/>
                </a:moveTo>
                <a:lnTo>
                  <a:pt x="3026926" y="0"/>
                </a:lnTo>
                <a:lnTo>
                  <a:pt x="3026926" y="3201487"/>
                </a:lnTo>
                <a:lnTo>
                  <a:pt x="0" y="3201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951" r="0" b="-27236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11410" y="2448634"/>
            <a:ext cx="9282084" cy="132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31"/>
              </a:lnSpc>
            </a:pPr>
            <a:r>
              <a:rPr lang="en-US" sz="780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ROBBY SUGANDA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4377" y="1731330"/>
            <a:ext cx="3994327" cy="752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4"/>
              </a:lnSpc>
            </a:pPr>
            <a:r>
              <a:rPr lang="en-US" sz="39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by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1410" y="3657382"/>
            <a:ext cx="8587042" cy="92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2"/>
              </a:lnSpc>
            </a:pPr>
            <a:r>
              <a:rPr lang="en-US" sz="48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Developer | Batch 23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7886" y="9772650"/>
            <a:ext cx="1444909" cy="606658"/>
            <a:chOff x="0" y="0"/>
            <a:chExt cx="380552" cy="1597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0552" cy="159778"/>
            </a:xfrm>
            <a:custGeom>
              <a:avLst/>
              <a:gdLst/>
              <a:ahLst/>
              <a:cxnLst/>
              <a:rect r="r" b="b" t="t" l="l"/>
              <a:pathLst>
                <a:path h="159778" w="380552">
                  <a:moveTo>
                    <a:pt x="0" y="0"/>
                  </a:moveTo>
                  <a:lnTo>
                    <a:pt x="380552" y="0"/>
                  </a:lnTo>
                  <a:lnTo>
                    <a:pt x="380552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0552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416073" y="9772650"/>
            <a:ext cx="1484219" cy="606658"/>
            <a:chOff x="0" y="0"/>
            <a:chExt cx="390905" cy="1597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905" cy="159778"/>
            </a:xfrm>
            <a:custGeom>
              <a:avLst/>
              <a:gdLst/>
              <a:ahLst/>
              <a:cxnLst/>
              <a:rect r="r" b="b" t="t" l="l"/>
              <a:pathLst>
                <a:path h="159778" w="390905">
                  <a:moveTo>
                    <a:pt x="0" y="0"/>
                  </a:moveTo>
                  <a:lnTo>
                    <a:pt x="390905" y="0"/>
                  </a:lnTo>
                  <a:lnTo>
                    <a:pt x="390905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0905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26037" y="2361033"/>
            <a:ext cx="16718067" cy="5882256"/>
            <a:chOff x="0" y="0"/>
            <a:chExt cx="22290756" cy="7843007"/>
          </a:xfrm>
        </p:grpSpPr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0" y="0"/>
              <a:ext cx="7343029" cy="6969247"/>
              <a:chOff x="0" y="0"/>
              <a:chExt cx="4173728" cy="396128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479806" y="239014"/>
                <a:ext cx="2616962" cy="2553716"/>
              </a:xfrm>
              <a:custGeom>
                <a:avLst/>
                <a:gdLst/>
                <a:ahLst/>
                <a:cxnLst/>
                <a:rect r="r" b="b" t="t" l="l"/>
                <a:pathLst>
                  <a:path h="2553716" w="2616962">
                    <a:moveTo>
                      <a:pt x="419100" y="1546987"/>
                    </a:moveTo>
                    <a:cubicBezTo>
                      <a:pt x="504698" y="1591691"/>
                      <a:pt x="580136" y="1683766"/>
                      <a:pt x="617220" y="1816100"/>
                    </a:cubicBezTo>
                    <a:cubicBezTo>
                      <a:pt x="714121" y="2164969"/>
                      <a:pt x="800354" y="2126742"/>
                      <a:pt x="887476" y="1912747"/>
                    </a:cubicBezTo>
                    <a:cubicBezTo>
                      <a:pt x="974725" y="1709420"/>
                      <a:pt x="1038098" y="1295654"/>
                      <a:pt x="1281811" y="1256411"/>
                    </a:cubicBezTo>
                    <a:cubicBezTo>
                      <a:pt x="1702181" y="1188720"/>
                      <a:pt x="2225675" y="2553716"/>
                      <a:pt x="2400046" y="2517648"/>
                    </a:cubicBezTo>
                    <a:cubicBezTo>
                      <a:pt x="2487295" y="2506345"/>
                      <a:pt x="2503805" y="2336927"/>
                      <a:pt x="2499106" y="2119884"/>
                    </a:cubicBezTo>
                    <a:cubicBezTo>
                      <a:pt x="2494407" y="1900174"/>
                      <a:pt x="2445004" y="1612265"/>
                      <a:pt x="2417064" y="1343914"/>
                    </a:cubicBezTo>
                    <a:cubicBezTo>
                      <a:pt x="2364486" y="839978"/>
                      <a:pt x="2409825" y="457581"/>
                      <a:pt x="2616962" y="191389"/>
                    </a:cubicBezTo>
                    <a:cubicBezTo>
                      <a:pt x="2371598" y="68961"/>
                      <a:pt x="2094738" y="0"/>
                      <a:pt x="1801876" y="0"/>
                    </a:cubicBezTo>
                    <a:cubicBezTo>
                      <a:pt x="898144" y="0"/>
                      <a:pt x="147701" y="655701"/>
                      <a:pt x="0" y="1517142"/>
                    </a:cubicBezTo>
                    <a:cubicBezTo>
                      <a:pt x="138938" y="1483868"/>
                      <a:pt x="291846" y="1477899"/>
                      <a:pt x="419100" y="1546860"/>
                    </a:cubicBezTo>
                  </a:path>
                </a:pathLst>
              </a:custGeom>
              <a:solidFill>
                <a:srgbClr val="1DC6FD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63246" y="65405"/>
                <a:ext cx="4046474" cy="3830066"/>
              </a:xfrm>
              <a:custGeom>
                <a:avLst/>
                <a:gdLst/>
                <a:ahLst/>
                <a:cxnLst/>
                <a:rect r="r" b="b" t="t" l="l"/>
                <a:pathLst>
                  <a:path h="3830066" w="4046474">
                    <a:moveTo>
                      <a:pt x="3630549" y="254"/>
                    </a:moveTo>
                    <a:cubicBezTo>
                      <a:pt x="3630549" y="254"/>
                      <a:pt x="3630549" y="254"/>
                      <a:pt x="3630549" y="254"/>
                    </a:cubicBezTo>
                    <a:lnTo>
                      <a:pt x="3630549" y="254"/>
                    </a:lnTo>
                    <a:cubicBezTo>
                      <a:pt x="3630549" y="254"/>
                      <a:pt x="3630549" y="254"/>
                      <a:pt x="3630549" y="254"/>
                    </a:cubicBezTo>
                    <a:close/>
                    <a:moveTo>
                      <a:pt x="3630549" y="254"/>
                    </a:moveTo>
                    <a:lnTo>
                      <a:pt x="3630422" y="381"/>
                    </a:lnTo>
                    <a:cubicBezTo>
                      <a:pt x="3621151" y="6350"/>
                      <a:pt x="3116961" y="418973"/>
                      <a:pt x="3285617" y="1953387"/>
                    </a:cubicBezTo>
                    <a:cubicBezTo>
                      <a:pt x="3335147" y="2403729"/>
                      <a:pt x="3342513" y="3157347"/>
                      <a:pt x="3280537" y="3317367"/>
                    </a:cubicBezTo>
                    <a:cubicBezTo>
                      <a:pt x="3242818" y="3416427"/>
                      <a:pt x="3149727" y="3468243"/>
                      <a:pt x="3053588" y="3468243"/>
                    </a:cubicBezTo>
                    <a:cubicBezTo>
                      <a:pt x="2991739" y="3468243"/>
                      <a:pt x="2928747" y="3446780"/>
                      <a:pt x="2878328" y="3402584"/>
                    </a:cubicBezTo>
                    <a:cubicBezTo>
                      <a:pt x="2620391" y="3179572"/>
                      <a:pt x="2254631" y="2485009"/>
                      <a:pt x="1886331" y="1892173"/>
                    </a:cubicBezTo>
                    <a:cubicBezTo>
                      <a:pt x="1816100" y="1787271"/>
                      <a:pt x="1765681" y="1745361"/>
                      <a:pt x="1726311" y="1745361"/>
                    </a:cubicBezTo>
                    <a:cubicBezTo>
                      <a:pt x="1645285" y="1745361"/>
                      <a:pt x="1611503" y="1923288"/>
                      <a:pt x="1548892" y="2092198"/>
                    </a:cubicBezTo>
                    <a:cubicBezTo>
                      <a:pt x="1466215" y="2315083"/>
                      <a:pt x="1378839" y="2607564"/>
                      <a:pt x="1201547" y="2607564"/>
                    </a:cubicBezTo>
                    <a:cubicBezTo>
                      <a:pt x="1169797" y="2607564"/>
                      <a:pt x="1134999" y="2598166"/>
                      <a:pt x="1097026" y="2577211"/>
                    </a:cubicBezTo>
                    <a:cubicBezTo>
                      <a:pt x="887476" y="2462149"/>
                      <a:pt x="869569" y="2212594"/>
                      <a:pt x="776224" y="2031111"/>
                    </a:cubicBezTo>
                    <a:cubicBezTo>
                      <a:pt x="710819" y="1903857"/>
                      <a:pt x="573278" y="1826260"/>
                      <a:pt x="379603" y="1826260"/>
                    </a:cubicBezTo>
                    <a:cubicBezTo>
                      <a:pt x="270002" y="1826260"/>
                      <a:pt x="142494" y="1851152"/>
                      <a:pt x="0" y="1905889"/>
                    </a:cubicBezTo>
                    <a:cubicBezTo>
                      <a:pt x="42672" y="1902079"/>
                      <a:pt x="83566" y="1900301"/>
                      <a:pt x="122555" y="1900301"/>
                    </a:cubicBezTo>
                    <a:cubicBezTo>
                      <a:pt x="224663" y="1900301"/>
                      <a:pt x="314325" y="1912747"/>
                      <a:pt x="391160" y="1935226"/>
                    </a:cubicBezTo>
                    <a:cubicBezTo>
                      <a:pt x="390398" y="1957324"/>
                      <a:pt x="390017" y="1979549"/>
                      <a:pt x="390017" y="2001774"/>
                    </a:cubicBezTo>
                    <a:cubicBezTo>
                      <a:pt x="390017" y="3011170"/>
                      <a:pt x="1208024" y="3829558"/>
                      <a:pt x="2217293" y="3830066"/>
                    </a:cubicBezTo>
                    <a:lnTo>
                      <a:pt x="2219198" y="3830066"/>
                    </a:lnTo>
                    <a:cubicBezTo>
                      <a:pt x="3228467" y="3829558"/>
                      <a:pt x="4046474" y="3011170"/>
                      <a:pt x="4046474" y="2001774"/>
                    </a:cubicBezTo>
                    <a:cubicBezTo>
                      <a:pt x="4046474" y="1469136"/>
                      <a:pt x="3818636" y="989584"/>
                      <a:pt x="3455162" y="655447"/>
                    </a:cubicBezTo>
                    <a:cubicBezTo>
                      <a:pt x="3474085" y="183769"/>
                      <a:pt x="3628771" y="762"/>
                      <a:pt x="3630422" y="0"/>
                    </a:cubicBezTo>
                    <a:close/>
                  </a:path>
                </a:pathLst>
              </a:custGeom>
              <a:solidFill>
                <a:srgbClr val="032F5D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63500" y="63500"/>
                <a:ext cx="4046728" cy="3834257"/>
              </a:xfrm>
              <a:custGeom>
                <a:avLst/>
                <a:gdLst/>
                <a:ahLst/>
                <a:cxnLst/>
                <a:rect r="r" b="b" t="t" l="l"/>
                <a:pathLst>
                  <a:path h="3834257" w="4046728">
                    <a:moveTo>
                      <a:pt x="0" y="3834257"/>
                    </a:moveTo>
                    <a:lnTo>
                      <a:pt x="4046728" y="3834257"/>
                    </a:lnTo>
                    <a:lnTo>
                      <a:pt x="40467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5990110" y="712665"/>
              <a:ext cx="12172153" cy="159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086"/>
                </a:lnSpc>
              </a:pPr>
              <a:r>
                <a:rPr lang="en-US" sz="7204">
                  <a:solidFill>
                    <a:srgbClr val="1DC6F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WORKLYTIC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332579" y="2484836"/>
              <a:ext cx="13958177" cy="5358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68"/>
                </a:lnSpc>
              </a:pPr>
              <a:r>
                <a:rPr lang="en-US" sz="3762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Sebuah platform yang menghubungkan freelancer dengan klien yang membutuhkan jasa profesional.</a:t>
              </a:r>
            </a:p>
            <a:p>
              <a:pPr algn="l">
                <a:lnSpc>
                  <a:spcPts val="5268"/>
                </a:lnSpc>
              </a:pPr>
              <a:r>
                <a:rPr lang="en-US" sz="3762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Dengan sistem dual-role, pengguna dapat mendaftar sebagai klien yang mencari jasa atau sebagai freelancer yang menawarkan keahliannya.</a:t>
              </a:r>
            </a:p>
            <a:p>
              <a:pPr algn="l">
                <a:lnSpc>
                  <a:spcPts val="526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30888" y="0"/>
            <a:ext cx="3857112" cy="1288740"/>
            <a:chOff x="0" y="0"/>
            <a:chExt cx="5142816" cy="17183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932251"/>
            <a:ext cx="621948" cy="551059"/>
            <a:chOff x="0" y="0"/>
            <a:chExt cx="163805" cy="1451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1028700"/>
            <a:ext cx="12961057" cy="1316891"/>
            <a:chOff x="0" y="0"/>
            <a:chExt cx="3413612" cy="3468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612" cy="346836"/>
            </a:xfrm>
            <a:custGeom>
              <a:avLst/>
              <a:gdLst/>
              <a:ahLst/>
              <a:cxnLst/>
              <a:rect r="r" b="b" t="t" l="l"/>
              <a:pathLst>
                <a:path h="346836" w="3413612">
                  <a:moveTo>
                    <a:pt x="0" y="0"/>
                  </a:moveTo>
                  <a:lnTo>
                    <a:pt x="3413612" y="0"/>
                  </a:lnTo>
                  <a:lnTo>
                    <a:pt x="3413612" y="346836"/>
                  </a:lnTo>
                  <a:lnTo>
                    <a:pt x="0" y="3468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13612" cy="384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7886" y="9772650"/>
            <a:ext cx="1444909" cy="606658"/>
            <a:chOff x="0" y="0"/>
            <a:chExt cx="380552" cy="1597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0552" cy="159778"/>
            </a:xfrm>
            <a:custGeom>
              <a:avLst/>
              <a:gdLst/>
              <a:ahLst/>
              <a:cxnLst/>
              <a:rect r="r" b="b" t="t" l="l"/>
              <a:pathLst>
                <a:path h="159778" w="380552">
                  <a:moveTo>
                    <a:pt x="0" y="0"/>
                  </a:moveTo>
                  <a:lnTo>
                    <a:pt x="380552" y="0"/>
                  </a:lnTo>
                  <a:lnTo>
                    <a:pt x="380552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0552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416073" y="9772650"/>
            <a:ext cx="1484219" cy="606658"/>
            <a:chOff x="0" y="0"/>
            <a:chExt cx="390905" cy="1597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905" cy="159778"/>
            </a:xfrm>
            <a:custGeom>
              <a:avLst/>
              <a:gdLst/>
              <a:ahLst/>
              <a:cxnLst/>
              <a:rect r="r" b="b" t="t" l="l"/>
              <a:pathLst>
                <a:path h="159778" w="390905">
                  <a:moveTo>
                    <a:pt x="0" y="0"/>
                  </a:moveTo>
                  <a:lnTo>
                    <a:pt x="390905" y="0"/>
                  </a:lnTo>
                  <a:lnTo>
                    <a:pt x="390905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0905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93740" y="1271221"/>
            <a:ext cx="9989126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Latar Belakang Worklytic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3760302"/>
            <a:ext cx="4513591" cy="4969518"/>
            <a:chOff x="0" y="0"/>
            <a:chExt cx="1188765" cy="13088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8765" cy="1308844"/>
            </a:xfrm>
            <a:custGeom>
              <a:avLst/>
              <a:gdLst/>
              <a:ahLst/>
              <a:cxnLst/>
              <a:rect r="r" b="b" t="t" l="l"/>
              <a:pathLst>
                <a:path h="1308844" w="1188765">
                  <a:moveTo>
                    <a:pt x="0" y="0"/>
                  </a:moveTo>
                  <a:lnTo>
                    <a:pt x="1188765" y="0"/>
                  </a:lnTo>
                  <a:lnTo>
                    <a:pt x="1188765" y="1308844"/>
                  </a:lnTo>
                  <a:lnTo>
                    <a:pt x="0" y="1308844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88765" cy="1346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867818" y="2865576"/>
            <a:ext cx="3435117" cy="62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36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8733" y="5475968"/>
            <a:ext cx="4433524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sz="27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Permasalahan sulitnya mencari lapangan pekerjaan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073963" y="2932251"/>
            <a:ext cx="621948" cy="551059"/>
            <a:chOff x="0" y="0"/>
            <a:chExt cx="163805" cy="1451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073963" y="3760302"/>
            <a:ext cx="4513591" cy="4969518"/>
            <a:chOff x="0" y="0"/>
            <a:chExt cx="1188765" cy="13088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8765" cy="1308844"/>
            </a:xfrm>
            <a:custGeom>
              <a:avLst/>
              <a:gdLst/>
              <a:ahLst/>
              <a:cxnLst/>
              <a:rect r="r" b="b" t="t" l="l"/>
              <a:pathLst>
                <a:path h="1308844" w="1188765">
                  <a:moveTo>
                    <a:pt x="0" y="0"/>
                  </a:moveTo>
                  <a:lnTo>
                    <a:pt x="1188765" y="0"/>
                  </a:lnTo>
                  <a:lnTo>
                    <a:pt x="1188765" y="1308844"/>
                  </a:lnTo>
                  <a:lnTo>
                    <a:pt x="0" y="1308844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88765" cy="1346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913082" y="2865576"/>
            <a:ext cx="3435117" cy="62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36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73963" y="5086350"/>
            <a:ext cx="4516339" cy="25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5"/>
              </a:lnSpc>
            </a:pPr>
            <a:r>
              <a:rPr lang="en-US" sz="28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sebuah platform yang berfokus pada efisiensi dan kolaborasi dalam ekosistem freelance modern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120954" y="2932251"/>
            <a:ext cx="621948" cy="551059"/>
            <a:chOff x="0" y="0"/>
            <a:chExt cx="163805" cy="14513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20954" y="3760302"/>
            <a:ext cx="4513591" cy="4969518"/>
            <a:chOff x="0" y="0"/>
            <a:chExt cx="1188765" cy="13088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88765" cy="1308844"/>
            </a:xfrm>
            <a:custGeom>
              <a:avLst/>
              <a:gdLst/>
              <a:ahLst/>
              <a:cxnLst/>
              <a:rect r="r" b="b" t="t" l="l"/>
              <a:pathLst>
                <a:path h="1308844" w="1188765">
                  <a:moveTo>
                    <a:pt x="0" y="0"/>
                  </a:moveTo>
                  <a:lnTo>
                    <a:pt x="1188765" y="0"/>
                  </a:lnTo>
                  <a:lnTo>
                    <a:pt x="1188765" y="1308844"/>
                  </a:lnTo>
                  <a:lnTo>
                    <a:pt x="0" y="1308844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188765" cy="1346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960072" y="2865576"/>
            <a:ext cx="4414831" cy="62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36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59054" y="5175779"/>
            <a:ext cx="4389766" cy="202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sz="280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SDG-8 :</a:t>
            </a:r>
          </a:p>
          <a:p>
            <a:pPr algn="ctr">
              <a:lnSpc>
                <a:spcPts val="3926"/>
              </a:lnSpc>
            </a:pPr>
            <a:r>
              <a:rPr lang="en-US" sz="280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"Pekerjaan Layak dan Pertumbuhan Ekonomi".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283215" y="0"/>
            <a:ext cx="4870477" cy="1288740"/>
            <a:chOff x="0" y="0"/>
            <a:chExt cx="6493969" cy="17183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193596" y="243108"/>
              <a:ext cx="1300374" cy="1232104"/>
            </a:xfrm>
            <a:custGeom>
              <a:avLst/>
              <a:gdLst/>
              <a:ahLst/>
              <a:cxnLst/>
              <a:rect r="r" b="b" t="t" l="l"/>
              <a:pathLst>
                <a:path h="1232104" w="1300374">
                  <a:moveTo>
                    <a:pt x="0" y="0"/>
                  </a:moveTo>
                  <a:lnTo>
                    <a:pt x="1300373" y="0"/>
                  </a:lnTo>
                  <a:lnTo>
                    <a:pt x="1300373" y="1232104"/>
                  </a:lnTo>
                  <a:lnTo>
                    <a:pt x="0" y="123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1028700"/>
            <a:ext cx="12961057" cy="1316891"/>
            <a:chOff x="0" y="0"/>
            <a:chExt cx="3413612" cy="346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3612" cy="346836"/>
            </a:xfrm>
            <a:custGeom>
              <a:avLst/>
              <a:gdLst/>
              <a:ahLst/>
              <a:cxnLst/>
              <a:rect r="r" b="b" t="t" l="l"/>
              <a:pathLst>
                <a:path h="346836" w="3413612">
                  <a:moveTo>
                    <a:pt x="0" y="0"/>
                  </a:moveTo>
                  <a:lnTo>
                    <a:pt x="3413612" y="0"/>
                  </a:lnTo>
                  <a:lnTo>
                    <a:pt x="3413612" y="346836"/>
                  </a:lnTo>
                  <a:lnTo>
                    <a:pt x="0" y="3468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13612" cy="384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4453" y="1274691"/>
            <a:ext cx="11453068" cy="73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  <a:spcBef>
                <a:spcPct val="0"/>
              </a:spcBef>
            </a:pPr>
            <a:r>
              <a:rPr lang="en-US" sz="432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Timeline pembuatan aplikasi Worklytic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318" y="7138139"/>
            <a:ext cx="3219483" cy="327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7"/>
              </a:lnSpc>
            </a:pPr>
            <a:r>
              <a:rPr lang="en-US" sz="9462">
                <a:solidFill>
                  <a:srgbClr val="0891B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  <a:p>
            <a:pPr algn="l">
              <a:lnSpc>
                <a:spcPts val="13247"/>
              </a:lnSpc>
              <a:spcBef>
                <a:spcPct val="0"/>
              </a:spcBef>
            </a:pPr>
            <a:r>
              <a:rPr lang="en-US" sz="9462">
                <a:solidFill>
                  <a:srgbClr val="0891B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360801" y="3136358"/>
            <a:ext cx="10819718" cy="4249273"/>
            <a:chOff x="0" y="0"/>
            <a:chExt cx="14426291" cy="56656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3"/>
                  </a:lnTo>
                  <a:lnTo>
                    <a:pt x="0" y="260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916840" y="0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3"/>
                  </a:lnTo>
                  <a:lnTo>
                    <a:pt x="0" y="260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832303" y="0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3"/>
                  </a:lnTo>
                  <a:lnTo>
                    <a:pt x="0" y="260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8747766" y="0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2" y="0"/>
                  </a:lnTo>
                  <a:lnTo>
                    <a:pt x="2763062" y="2600733"/>
                  </a:lnTo>
                  <a:lnTo>
                    <a:pt x="0" y="260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663228" y="0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3"/>
                  </a:lnTo>
                  <a:lnTo>
                    <a:pt x="0" y="260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3064965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2"/>
                  </a:lnTo>
                  <a:lnTo>
                    <a:pt x="0" y="2600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916840" y="3064965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2"/>
                  </a:lnTo>
                  <a:lnTo>
                    <a:pt x="0" y="2600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832303" y="3064965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2"/>
                  </a:lnTo>
                  <a:lnTo>
                    <a:pt x="0" y="2600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747766" y="3064965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2" y="0"/>
                  </a:lnTo>
                  <a:lnTo>
                    <a:pt x="2763062" y="2600732"/>
                  </a:lnTo>
                  <a:lnTo>
                    <a:pt x="0" y="2600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663228" y="3064965"/>
              <a:ext cx="2763063" cy="2600733"/>
            </a:xfrm>
            <a:custGeom>
              <a:avLst/>
              <a:gdLst/>
              <a:ahLst/>
              <a:cxnLst/>
              <a:rect r="r" b="b" t="t" l="l"/>
              <a:pathLst>
                <a:path h="2600733" w="2763063">
                  <a:moveTo>
                    <a:pt x="0" y="0"/>
                  </a:moveTo>
                  <a:lnTo>
                    <a:pt x="2763063" y="0"/>
                  </a:lnTo>
                  <a:lnTo>
                    <a:pt x="2763063" y="2600732"/>
                  </a:lnTo>
                  <a:lnTo>
                    <a:pt x="0" y="2600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785905" y="817117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902021" y="817117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693040" y="817117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9803351" y="817117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2596162" y="817117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85905" y="3963989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902021" y="3963989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693040" y="3963989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9803351" y="3963989"/>
              <a:ext cx="1040211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2201202" y="3963989"/>
              <a:ext cx="1830130" cy="1701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9"/>
                </a:lnSpc>
                <a:spcBef>
                  <a:spcPct val="0"/>
                </a:spcBef>
              </a:pPr>
              <a:r>
                <a:rPr lang="en-US" sz="765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10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5478450" y="9304455"/>
            <a:ext cx="11453068" cy="73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  <a:spcBef>
                <a:spcPct val="0"/>
              </a:spcBef>
            </a:pPr>
            <a:r>
              <a:rPr lang="en-US" sz="432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23 Feb - 5 Maret 2025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283215" y="0"/>
            <a:ext cx="4870477" cy="1288740"/>
            <a:chOff x="0" y="0"/>
            <a:chExt cx="6493969" cy="17183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193596" y="243108"/>
              <a:ext cx="1300374" cy="1232104"/>
            </a:xfrm>
            <a:custGeom>
              <a:avLst/>
              <a:gdLst/>
              <a:ahLst/>
              <a:cxnLst/>
              <a:rect r="r" b="b" t="t" l="l"/>
              <a:pathLst>
                <a:path h="1232104" w="1300374">
                  <a:moveTo>
                    <a:pt x="0" y="0"/>
                  </a:moveTo>
                  <a:lnTo>
                    <a:pt x="1300373" y="0"/>
                  </a:lnTo>
                  <a:lnTo>
                    <a:pt x="1300373" y="1232104"/>
                  </a:lnTo>
                  <a:lnTo>
                    <a:pt x="0" y="123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1028700"/>
            <a:ext cx="12476151" cy="1267623"/>
            <a:chOff x="0" y="0"/>
            <a:chExt cx="16634868" cy="169016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6634868" cy="1690164"/>
              <a:chOff x="0" y="0"/>
              <a:chExt cx="3413612" cy="34683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413612" cy="346836"/>
              </a:xfrm>
              <a:custGeom>
                <a:avLst/>
                <a:gdLst/>
                <a:ahLst/>
                <a:cxnLst/>
                <a:rect r="r" b="b" t="t" l="l"/>
                <a:pathLst>
                  <a:path h="346836" w="3413612">
                    <a:moveTo>
                      <a:pt x="0" y="0"/>
                    </a:moveTo>
                    <a:lnTo>
                      <a:pt x="3413612" y="0"/>
                    </a:lnTo>
                    <a:lnTo>
                      <a:pt x="3413612" y="346836"/>
                    </a:lnTo>
                    <a:lnTo>
                      <a:pt x="0" y="34683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413612" cy="3849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65081" y="340016"/>
              <a:ext cx="14699439" cy="924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22"/>
                </a:lnSpc>
                <a:spcBef>
                  <a:spcPct val="0"/>
                </a:spcBef>
              </a:pPr>
              <a:r>
                <a:rPr lang="en-US" sz="4158">
                  <a:solidFill>
                    <a:srgbClr val="1DC6F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Timeline pembuatan aplikasi Worklytic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0044" y="2733868"/>
            <a:ext cx="14151515" cy="1270327"/>
            <a:chOff x="0" y="0"/>
            <a:chExt cx="18868686" cy="16937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99639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79838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697122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595863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511833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541253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358949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384589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8203451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949053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385197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3279864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174531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7069198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997831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1944369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3886624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573554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7390424" y="536163"/>
              <a:ext cx="1157036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10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360044" y="6357732"/>
            <a:ext cx="5373357" cy="3929268"/>
          </a:xfrm>
          <a:custGeom>
            <a:avLst/>
            <a:gdLst/>
            <a:ahLst/>
            <a:cxnLst/>
            <a:rect r="r" b="b" t="t" l="l"/>
            <a:pathLst>
              <a:path h="3929268" w="5373357">
                <a:moveTo>
                  <a:pt x="0" y="0"/>
                </a:moveTo>
                <a:lnTo>
                  <a:pt x="5373358" y="0"/>
                </a:lnTo>
                <a:lnTo>
                  <a:pt x="5373358" y="3929268"/>
                </a:lnTo>
                <a:lnTo>
                  <a:pt x="0" y="392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true" rot="938436">
            <a:off x="751985" y="3829153"/>
            <a:ext cx="1275717" cy="1632917"/>
          </a:xfrm>
          <a:custGeom>
            <a:avLst/>
            <a:gdLst/>
            <a:ahLst/>
            <a:cxnLst/>
            <a:rect r="r" b="b" t="t" l="l"/>
            <a:pathLst>
              <a:path h="1632917" w="1275717">
                <a:moveTo>
                  <a:pt x="0" y="1632917"/>
                </a:moveTo>
                <a:lnTo>
                  <a:pt x="1275717" y="1632917"/>
                </a:lnTo>
                <a:lnTo>
                  <a:pt x="1275717" y="0"/>
                </a:lnTo>
                <a:lnTo>
                  <a:pt x="0" y="0"/>
                </a:lnTo>
                <a:lnTo>
                  <a:pt x="0" y="16329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590227" y="6085500"/>
            <a:ext cx="5269328" cy="4213760"/>
          </a:xfrm>
          <a:custGeom>
            <a:avLst/>
            <a:gdLst/>
            <a:ahLst/>
            <a:cxnLst/>
            <a:rect r="r" b="b" t="t" l="l"/>
            <a:pathLst>
              <a:path h="4213760" w="5269328">
                <a:moveTo>
                  <a:pt x="0" y="0"/>
                </a:moveTo>
                <a:lnTo>
                  <a:pt x="5269328" y="0"/>
                </a:lnTo>
                <a:lnTo>
                  <a:pt x="5269328" y="4213760"/>
                </a:lnTo>
                <a:lnTo>
                  <a:pt x="0" y="42137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29696" y="5253084"/>
            <a:ext cx="5049524" cy="68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39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“Brainstorming”</a:t>
            </a:r>
          </a:p>
        </p:txBody>
      </p:sp>
      <p:sp>
        <p:nvSpPr>
          <p:cNvPr name="TextBox 45" id="45"/>
          <p:cNvSpPr txBox="true"/>
          <p:nvPr/>
        </p:nvSpPr>
        <p:spPr>
          <a:xfrm rot="-2061016">
            <a:off x="-280509" y="2686859"/>
            <a:ext cx="3254235" cy="43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2568">
                <a:solidFill>
                  <a:srgbClr val="0891B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 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67518" y="5225727"/>
            <a:ext cx="5514745" cy="67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sz="398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“Based On SDG-8”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283215" y="0"/>
            <a:ext cx="4870477" cy="1288740"/>
            <a:chOff x="0" y="0"/>
            <a:chExt cx="6493969" cy="17183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193596" y="243108"/>
              <a:ext cx="1300374" cy="1232104"/>
            </a:xfrm>
            <a:custGeom>
              <a:avLst/>
              <a:gdLst/>
              <a:ahLst/>
              <a:cxnLst/>
              <a:rect r="r" b="b" t="t" l="l"/>
              <a:pathLst>
                <a:path h="1232104" w="1300374">
                  <a:moveTo>
                    <a:pt x="0" y="0"/>
                  </a:moveTo>
                  <a:lnTo>
                    <a:pt x="1300373" y="0"/>
                  </a:lnTo>
                  <a:lnTo>
                    <a:pt x="1300373" y="1232104"/>
                  </a:lnTo>
                  <a:lnTo>
                    <a:pt x="0" y="123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83833" y="6495653"/>
            <a:ext cx="1499337" cy="1499337"/>
          </a:xfrm>
          <a:custGeom>
            <a:avLst/>
            <a:gdLst/>
            <a:ahLst/>
            <a:cxnLst/>
            <a:rect r="r" b="b" t="t" l="l"/>
            <a:pathLst>
              <a:path h="1499337" w="1499337">
                <a:moveTo>
                  <a:pt x="0" y="0"/>
                </a:moveTo>
                <a:lnTo>
                  <a:pt x="1499337" y="0"/>
                </a:lnTo>
                <a:lnTo>
                  <a:pt x="1499337" y="1499337"/>
                </a:lnTo>
                <a:lnTo>
                  <a:pt x="0" y="1499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0476" y="5213651"/>
            <a:ext cx="3677476" cy="990292"/>
          </a:xfrm>
          <a:custGeom>
            <a:avLst/>
            <a:gdLst/>
            <a:ahLst/>
            <a:cxnLst/>
            <a:rect r="r" b="b" t="t" l="l"/>
            <a:pathLst>
              <a:path h="990292" w="3677476">
                <a:moveTo>
                  <a:pt x="0" y="0"/>
                </a:moveTo>
                <a:lnTo>
                  <a:pt x="3677477" y="0"/>
                </a:lnTo>
                <a:lnTo>
                  <a:pt x="3677477" y="990292"/>
                </a:lnTo>
                <a:lnTo>
                  <a:pt x="0" y="990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42583" y="6407904"/>
            <a:ext cx="2791393" cy="1674836"/>
          </a:xfrm>
          <a:custGeom>
            <a:avLst/>
            <a:gdLst/>
            <a:ahLst/>
            <a:cxnLst/>
            <a:rect r="r" b="b" t="t" l="l"/>
            <a:pathLst>
              <a:path h="1674836" w="2791393">
                <a:moveTo>
                  <a:pt x="0" y="0"/>
                </a:moveTo>
                <a:lnTo>
                  <a:pt x="2791393" y="0"/>
                </a:lnTo>
                <a:lnTo>
                  <a:pt x="2791393" y="1674836"/>
                </a:lnTo>
                <a:lnTo>
                  <a:pt x="0" y="1674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61609" y="5269058"/>
            <a:ext cx="1976264" cy="1976264"/>
          </a:xfrm>
          <a:custGeom>
            <a:avLst/>
            <a:gdLst/>
            <a:ahLst/>
            <a:cxnLst/>
            <a:rect r="r" b="b" t="t" l="l"/>
            <a:pathLst>
              <a:path h="1976264" w="1976264">
                <a:moveTo>
                  <a:pt x="0" y="0"/>
                </a:moveTo>
                <a:lnTo>
                  <a:pt x="1976264" y="0"/>
                </a:lnTo>
                <a:lnTo>
                  <a:pt x="1976264" y="1976264"/>
                </a:lnTo>
                <a:lnTo>
                  <a:pt x="0" y="1976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127" t="0" r="-50127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29128" y="7603902"/>
            <a:ext cx="3264186" cy="2014072"/>
          </a:xfrm>
          <a:custGeom>
            <a:avLst/>
            <a:gdLst/>
            <a:ahLst/>
            <a:cxnLst/>
            <a:rect r="r" b="b" t="t" l="l"/>
            <a:pathLst>
              <a:path h="2014072" w="3264186">
                <a:moveTo>
                  <a:pt x="0" y="0"/>
                </a:moveTo>
                <a:lnTo>
                  <a:pt x="3264186" y="0"/>
                </a:lnTo>
                <a:lnTo>
                  <a:pt x="3264186" y="2014073"/>
                </a:lnTo>
                <a:lnTo>
                  <a:pt x="0" y="20140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372824" y="5097440"/>
            <a:ext cx="4010340" cy="2506462"/>
          </a:xfrm>
          <a:custGeom>
            <a:avLst/>
            <a:gdLst/>
            <a:ahLst/>
            <a:cxnLst/>
            <a:rect r="r" b="b" t="t" l="l"/>
            <a:pathLst>
              <a:path h="2506462" w="4010340">
                <a:moveTo>
                  <a:pt x="0" y="0"/>
                </a:moveTo>
                <a:lnTo>
                  <a:pt x="4010340" y="0"/>
                </a:lnTo>
                <a:lnTo>
                  <a:pt x="4010340" y="2506462"/>
                </a:lnTo>
                <a:lnTo>
                  <a:pt x="0" y="25064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4453" y="4284132"/>
            <a:ext cx="5049524" cy="68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39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“Set up Backend”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3833" y="415018"/>
            <a:ext cx="14151515" cy="3021254"/>
            <a:chOff x="0" y="0"/>
            <a:chExt cx="18868686" cy="4028339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7390424" y="536163"/>
              <a:ext cx="1157036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10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595863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49053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385197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279864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174531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7069198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8203451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97831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1944369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3886624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73554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99639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379838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5697122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281335" y="1693769"/>
              <a:ext cx="4827254" cy="1659369"/>
            </a:xfrm>
            <a:custGeom>
              <a:avLst/>
              <a:gdLst/>
              <a:ahLst/>
              <a:cxnLst/>
              <a:rect r="r" b="b" t="t" l="l"/>
              <a:pathLst>
                <a:path h="1659369" w="4827254">
                  <a:moveTo>
                    <a:pt x="0" y="0"/>
                  </a:moveTo>
                  <a:lnTo>
                    <a:pt x="4827254" y="0"/>
                  </a:lnTo>
                  <a:lnTo>
                    <a:pt x="4827254" y="1659368"/>
                  </a:lnTo>
                  <a:lnTo>
                    <a:pt x="0" y="1659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511833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541253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358949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6384589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876130" y="3295987"/>
              <a:ext cx="5637663" cy="732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71"/>
                </a:lnSpc>
              </a:pPr>
              <a:r>
                <a:rPr lang="en-US" sz="3336">
                  <a:solidFill>
                    <a:srgbClr val="0891B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Phase 2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195568" y="4284132"/>
            <a:ext cx="6187596" cy="67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sz="398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“UI/UX &amp; Wireframe”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919103" y="5858192"/>
            <a:ext cx="6187596" cy="67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sz="398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&gt;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5370681" y="73555"/>
            <a:ext cx="2663500" cy="1512962"/>
            <a:chOff x="0" y="0"/>
            <a:chExt cx="3551333" cy="201728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7282" cy="2017282"/>
            </a:xfrm>
            <a:custGeom>
              <a:avLst/>
              <a:gdLst/>
              <a:ahLst/>
              <a:cxnLst/>
              <a:rect r="r" b="b" t="t" l="l"/>
              <a:pathLst>
                <a:path h="2017282" w="2017282">
                  <a:moveTo>
                    <a:pt x="0" y="0"/>
                  </a:moveTo>
                  <a:lnTo>
                    <a:pt x="2017282" y="0"/>
                  </a:lnTo>
                  <a:lnTo>
                    <a:pt x="2017282" y="2017282"/>
                  </a:lnTo>
                  <a:lnTo>
                    <a:pt x="0" y="2017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017282" y="281885"/>
              <a:ext cx="1534051" cy="1453513"/>
            </a:xfrm>
            <a:custGeom>
              <a:avLst/>
              <a:gdLst/>
              <a:ahLst/>
              <a:cxnLst/>
              <a:rect r="r" b="b" t="t" l="l"/>
              <a:pathLst>
                <a:path h="1453513" w="1534051">
                  <a:moveTo>
                    <a:pt x="0" y="0"/>
                  </a:moveTo>
                  <a:lnTo>
                    <a:pt x="1534051" y="0"/>
                  </a:lnTo>
                  <a:lnTo>
                    <a:pt x="1534051" y="1453513"/>
                  </a:lnTo>
                  <a:lnTo>
                    <a:pt x="0" y="1453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3016" y="415018"/>
            <a:ext cx="14151515" cy="2895524"/>
            <a:chOff x="0" y="0"/>
            <a:chExt cx="18868686" cy="38606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99639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79838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697122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595863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511833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41253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358949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384589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203451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891B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949053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385197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279864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174531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7069198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997831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891B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1944369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891B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886624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573554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7390424" y="536163"/>
              <a:ext cx="1157036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10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9434343" y="2678864"/>
              <a:ext cx="4369451" cy="1181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0"/>
                </a:lnSpc>
              </a:pPr>
              <a:r>
                <a:rPr lang="en-US" sz="25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Phase 3</a:t>
              </a:r>
            </a:p>
            <a:p>
              <a:pPr algn="ctr">
                <a:lnSpc>
                  <a:spcPts val="3620"/>
                </a:lnSpc>
              </a:pP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8311663" y="1650513"/>
              <a:ext cx="5595620" cy="1153160"/>
              <a:chOff x="0" y="0"/>
              <a:chExt cx="5595620" cy="115316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40640" y="45720"/>
                <a:ext cx="5507990" cy="1061720"/>
              </a:xfrm>
              <a:custGeom>
                <a:avLst/>
                <a:gdLst/>
                <a:ahLst/>
                <a:cxnLst/>
                <a:rect r="r" b="b" t="t" l="l"/>
                <a:pathLst>
                  <a:path h="1061720" w="5507990">
                    <a:moveTo>
                      <a:pt x="166370" y="170180"/>
                    </a:moveTo>
                    <a:cubicBezTo>
                      <a:pt x="185420" y="502920"/>
                      <a:pt x="191770" y="525780"/>
                      <a:pt x="207010" y="563880"/>
                    </a:cubicBezTo>
                    <a:cubicBezTo>
                      <a:pt x="226060" y="612140"/>
                      <a:pt x="252730" y="680720"/>
                      <a:pt x="290830" y="722630"/>
                    </a:cubicBezTo>
                    <a:cubicBezTo>
                      <a:pt x="327660" y="763270"/>
                      <a:pt x="373380" y="787400"/>
                      <a:pt x="425450" y="812800"/>
                    </a:cubicBezTo>
                    <a:cubicBezTo>
                      <a:pt x="487680" y="840740"/>
                      <a:pt x="557530" y="864870"/>
                      <a:pt x="640080" y="877570"/>
                    </a:cubicBezTo>
                    <a:cubicBezTo>
                      <a:pt x="748030" y="895350"/>
                      <a:pt x="922020" y="890270"/>
                      <a:pt x="1023620" y="889000"/>
                    </a:cubicBezTo>
                    <a:cubicBezTo>
                      <a:pt x="1092200" y="886460"/>
                      <a:pt x="1130300" y="885190"/>
                      <a:pt x="1193800" y="876300"/>
                    </a:cubicBezTo>
                    <a:cubicBezTo>
                      <a:pt x="1275080" y="864870"/>
                      <a:pt x="1390650" y="842010"/>
                      <a:pt x="1473200" y="817880"/>
                    </a:cubicBezTo>
                    <a:cubicBezTo>
                      <a:pt x="1543050" y="797560"/>
                      <a:pt x="1581150" y="779780"/>
                      <a:pt x="1659890" y="746760"/>
                    </a:cubicBezTo>
                    <a:cubicBezTo>
                      <a:pt x="1797050" y="688340"/>
                      <a:pt x="2073910" y="546100"/>
                      <a:pt x="2218690" y="486410"/>
                    </a:cubicBezTo>
                    <a:cubicBezTo>
                      <a:pt x="2310130" y="449580"/>
                      <a:pt x="2373630" y="426720"/>
                      <a:pt x="2442210" y="407670"/>
                    </a:cubicBezTo>
                    <a:cubicBezTo>
                      <a:pt x="2499360" y="391160"/>
                      <a:pt x="2545080" y="382270"/>
                      <a:pt x="2602230" y="373380"/>
                    </a:cubicBezTo>
                    <a:cubicBezTo>
                      <a:pt x="2669540" y="364490"/>
                      <a:pt x="2754630" y="360680"/>
                      <a:pt x="2823210" y="358140"/>
                    </a:cubicBezTo>
                    <a:cubicBezTo>
                      <a:pt x="2884170" y="355600"/>
                      <a:pt x="2945130" y="351790"/>
                      <a:pt x="2993390" y="356870"/>
                    </a:cubicBezTo>
                    <a:cubicBezTo>
                      <a:pt x="3031490" y="360680"/>
                      <a:pt x="3065780" y="364490"/>
                      <a:pt x="3093720" y="377190"/>
                    </a:cubicBezTo>
                    <a:cubicBezTo>
                      <a:pt x="3119120" y="388620"/>
                      <a:pt x="3139440" y="405130"/>
                      <a:pt x="3158490" y="424180"/>
                    </a:cubicBezTo>
                    <a:cubicBezTo>
                      <a:pt x="3177540" y="444500"/>
                      <a:pt x="3194050" y="471170"/>
                      <a:pt x="3208020" y="499110"/>
                    </a:cubicBezTo>
                    <a:cubicBezTo>
                      <a:pt x="3223260" y="528320"/>
                      <a:pt x="3241040" y="562610"/>
                      <a:pt x="3243580" y="595630"/>
                    </a:cubicBezTo>
                    <a:cubicBezTo>
                      <a:pt x="3246120" y="629920"/>
                      <a:pt x="3232150" y="673100"/>
                      <a:pt x="3218180" y="703580"/>
                    </a:cubicBezTo>
                    <a:cubicBezTo>
                      <a:pt x="3206750" y="728980"/>
                      <a:pt x="3191510" y="751840"/>
                      <a:pt x="3172460" y="769620"/>
                    </a:cubicBezTo>
                    <a:cubicBezTo>
                      <a:pt x="3152140" y="788670"/>
                      <a:pt x="3130550" y="805180"/>
                      <a:pt x="3098800" y="815340"/>
                    </a:cubicBezTo>
                    <a:cubicBezTo>
                      <a:pt x="3054350" y="830580"/>
                      <a:pt x="2973070" y="834390"/>
                      <a:pt x="2926080" y="833120"/>
                    </a:cubicBezTo>
                    <a:cubicBezTo>
                      <a:pt x="2893060" y="833120"/>
                      <a:pt x="2867660" y="829310"/>
                      <a:pt x="2840990" y="820420"/>
                    </a:cubicBezTo>
                    <a:cubicBezTo>
                      <a:pt x="2815590" y="812800"/>
                      <a:pt x="2791460" y="801370"/>
                      <a:pt x="2771140" y="783590"/>
                    </a:cubicBezTo>
                    <a:cubicBezTo>
                      <a:pt x="2752090" y="767080"/>
                      <a:pt x="2733040" y="742950"/>
                      <a:pt x="2722880" y="718820"/>
                    </a:cubicBezTo>
                    <a:cubicBezTo>
                      <a:pt x="2711450" y="692150"/>
                      <a:pt x="2701290" y="659130"/>
                      <a:pt x="2706370" y="628650"/>
                    </a:cubicBezTo>
                    <a:cubicBezTo>
                      <a:pt x="2711450" y="591820"/>
                      <a:pt x="2739390" y="542290"/>
                      <a:pt x="2764790" y="514350"/>
                    </a:cubicBezTo>
                    <a:cubicBezTo>
                      <a:pt x="2787650" y="491490"/>
                      <a:pt x="2810510" y="482600"/>
                      <a:pt x="2847340" y="468630"/>
                    </a:cubicBezTo>
                    <a:cubicBezTo>
                      <a:pt x="2912110" y="443230"/>
                      <a:pt x="3041650" y="412750"/>
                      <a:pt x="3126740" y="400050"/>
                    </a:cubicBezTo>
                    <a:cubicBezTo>
                      <a:pt x="3195320" y="389890"/>
                      <a:pt x="3263900" y="389890"/>
                      <a:pt x="3314700" y="391160"/>
                    </a:cubicBezTo>
                    <a:cubicBezTo>
                      <a:pt x="3348990" y="391160"/>
                      <a:pt x="3364230" y="391160"/>
                      <a:pt x="3403600" y="396240"/>
                    </a:cubicBezTo>
                    <a:cubicBezTo>
                      <a:pt x="3484880" y="406400"/>
                      <a:pt x="3665220" y="453390"/>
                      <a:pt x="3774440" y="469900"/>
                    </a:cubicBezTo>
                    <a:cubicBezTo>
                      <a:pt x="3860800" y="482600"/>
                      <a:pt x="3921760" y="488950"/>
                      <a:pt x="4006850" y="492760"/>
                    </a:cubicBezTo>
                    <a:cubicBezTo>
                      <a:pt x="4108450" y="499110"/>
                      <a:pt x="4250690" y="501650"/>
                      <a:pt x="4344670" y="497840"/>
                    </a:cubicBezTo>
                    <a:cubicBezTo>
                      <a:pt x="4411980" y="494030"/>
                      <a:pt x="4460240" y="490220"/>
                      <a:pt x="4519930" y="481330"/>
                    </a:cubicBezTo>
                    <a:cubicBezTo>
                      <a:pt x="4582160" y="471170"/>
                      <a:pt x="4646930" y="462280"/>
                      <a:pt x="4711700" y="441960"/>
                    </a:cubicBezTo>
                    <a:cubicBezTo>
                      <a:pt x="4785360" y="419100"/>
                      <a:pt x="4860290" y="386080"/>
                      <a:pt x="4937760" y="346710"/>
                    </a:cubicBezTo>
                    <a:cubicBezTo>
                      <a:pt x="5029200" y="300990"/>
                      <a:pt x="5161280" y="222250"/>
                      <a:pt x="5222240" y="179070"/>
                    </a:cubicBezTo>
                    <a:cubicBezTo>
                      <a:pt x="5253990" y="156210"/>
                      <a:pt x="5270500" y="143510"/>
                      <a:pt x="5290820" y="120650"/>
                    </a:cubicBezTo>
                    <a:cubicBezTo>
                      <a:pt x="5312410" y="95250"/>
                      <a:pt x="5327650" y="53340"/>
                      <a:pt x="5349240" y="33020"/>
                    </a:cubicBezTo>
                    <a:cubicBezTo>
                      <a:pt x="5364480" y="19050"/>
                      <a:pt x="5379720" y="8890"/>
                      <a:pt x="5397500" y="5080"/>
                    </a:cubicBezTo>
                    <a:cubicBezTo>
                      <a:pt x="5415280" y="1270"/>
                      <a:pt x="5438140" y="3810"/>
                      <a:pt x="5453380" y="11430"/>
                    </a:cubicBezTo>
                    <a:cubicBezTo>
                      <a:pt x="5469890" y="19050"/>
                      <a:pt x="5486400" y="34290"/>
                      <a:pt x="5494020" y="49530"/>
                    </a:cubicBezTo>
                    <a:cubicBezTo>
                      <a:pt x="5502910" y="66040"/>
                      <a:pt x="5507990" y="87630"/>
                      <a:pt x="5502910" y="105410"/>
                    </a:cubicBezTo>
                    <a:cubicBezTo>
                      <a:pt x="5497830" y="128270"/>
                      <a:pt x="5472430" y="160020"/>
                      <a:pt x="5452110" y="171450"/>
                    </a:cubicBezTo>
                    <a:cubicBezTo>
                      <a:pt x="5435600" y="180340"/>
                      <a:pt x="5414010" y="182880"/>
                      <a:pt x="5396230" y="176530"/>
                    </a:cubicBezTo>
                    <a:cubicBezTo>
                      <a:pt x="5374640" y="170180"/>
                      <a:pt x="5344160" y="143510"/>
                      <a:pt x="5334000" y="123190"/>
                    </a:cubicBezTo>
                    <a:cubicBezTo>
                      <a:pt x="5325110" y="106680"/>
                      <a:pt x="5325110" y="85090"/>
                      <a:pt x="5331460" y="67310"/>
                    </a:cubicBezTo>
                    <a:cubicBezTo>
                      <a:pt x="5339080" y="45720"/>
                      <a:pt x="5365750" y="15240"/>
                      <a:pt x="5388610" y="7620"/>
                    </a:cubicBezTo>
                    <a:cubicBezTo>
                      <a:pt x="5411470" y="0"/>
                      <a:pt x="5450840" y="6350"/>
                      <a:pt x="5469890" y="20320"/>
                    </a:cubicBezTo>
                    <a:cubicBezTo>
                      <a:pt x="5488940" y="35560"/>
                      <a:pt x="5504180" y="69850"/>
                      <a:pt x="5504180" y="96520"/>
                    </a:cubicBezTo>
                    <a:cubicBezTo>
                      <a:pt x="5504180" y="124460"/>
                      <a:pt x="5480050" y="154940"/>
                      <a:pt x="5459730" y="185420"/>
                    </a:cubicBezTo>
                    <a:cubicBezTo>
                      <a:pt x="5431790" y="224790"/>
                      <a:pt x="5398770" y="262890"/>
                      <a:pt x="5346700" y="303530"/>
                    </a:cubicBezTo>
                    <a:cubicBezTo>
                      <a:pt x="5261610" y="370840"/>
                      <a:pt x="5072380" y="468630"/>
                      <a:pt x="4972050" y="518160"/>
                    </a:cubicBezTo>
                    <a:cubicBezTo>
                      <a:pt x="4907280" y="549910"/>
                      <a:pt x="4856480" y="571500"/>
                      <a:pt x="4808220" y="586740"/>
                    </a:cubicBezTo>
                    <a:cubicBezTo>
                      <a:pt x="4771390" y="599440"/>
                      <a:pt x="4751070" y="601980"/>
                      <a:pt x="4709160" y="610870"/>
                    </a:cubicBezTo>
                    <a:cubicBezTo>
                      <a:pt x="4634230" y="626110"/>
                      <a:pt x="4500880" y="652780"/>
                      <a:pt x="4394200" y="660400"/>
                    </a:cubicBezTo>
                    <a:cubicBezTo>
                      <a:pt x="4286250" y="669290"/>
                      <a:pt x="4168140" y="664210"/>
                      <a:pt x="4065270" y="661670"/>
                    </a:cubicBezTo>
                    <a:cubicBezTo>
                      <a:pt x="3973830" y="659130"/>
                      <a:pt x="3891280" y="654050"/>
                      <a:pt x="3808730" y="646430"/>
                    </a:cubicBezTo>
                    <a:cubicBezTo>
                      <a:pt x="3732530" y="638810"/>
                      <a:pt x="3658870" y="631190"/>
                      <a:pt x="3587750" y="618490"/>
                    </a:cubicBezTo>
                    <a:cubicBezTo>
                      <a:pt x="3520440" y="605790"/>
                      <a:pt x="3455670" y="580390"/>
                      <a:pt x="3392170" y="571500"/>
                    </a:cubicBezTo>
                    <a:cubicBezTo>
                      <a:pt x="3332480" y="562610"/>
                      <a:pt x="3281680" y="560070"/>
                      <a:pt x="3219450" y="563880"/>
                    </a:cubicBezTo>
                    <a:cubicBezTo>
                      <a:pt x="3144520" y="570230"/>
                      <a:pt x="3039110" y="593090"/>
                      <a:pt x="2976880" y="612140"/>
                    </a:cubicBezTo>
                    <a:cubicBezTo>
                      <a:pt x="2934970" y="623570"/>
                      <a:pt x="2875280" y="641350"/>
                      <a:pt x="2876550" y="650240"/>
                    </a:cubicBezTo>
                    <a:cubicBezTo>
                      <a:pt x="2877820" y="657860"/>
                      <a:pt x="2931160" y="661670"/>
                      <a:pt x="2959100" y="662940"/>
                    </a:cubicBezTo>
                    <a:cubicBezTo>
                      <a:pt x="2987040" y="664210"/>
                      <a:pt x="3028950" y="673100"/>
                      <a:pt x="3046730" y="657860"/>
                    </a:cubicBezTo>
                    <a:cubicBezTo>
                      <a:pt x="3063240" y="643890"/>
                      <a:pt x="3070860" y="600710"/>
                      <a:pt x="3063240" y="577850"/>
                    </a:cubicBezTo>
                    <a:cubicBezTo>
                      <a:pt x="3054350" y="552450"/>
                      <a:pt x="3030220" y="528320"/>
                      <a:pt x="2994660" y="515620"/>
                    </a:cubicBezTo>
                    <a:cubicBezTo>
                      <a:pt x="2923540" y="490220"/>
                      <a:pt x="2747010" y="511810"/>
                      <a:pt x="2633980" y="530860"/>
                    </a:cubicBezTo>
                    <a:cubicBezTo>
                      <a:pt x="2527300" y="547370"/>
                      <a:pt x="2453640" y="572770"/>
                      <a:pt x="2332990" y="617220"/>
                    </a:cubicBezTo>
                    <a:cubicBezTo>
                      <a:pt x="2134870" y="689610"/>
                      <a:pt x="1748790" y="896620"/>
                      <a:pt x="1569720" y="960120"/>
                    </a:cubicBezTo>
                    <a:cubicBezTo>
                      <a:pt x="1477010" y="993140"/>
                      <a:pt x="1430020" y="1003300"/>
                      <a:pt x="1351280" y="1018540"/>
                    </a:cubicBezTo>
                    <a:cubicBezTo>
                      <a:pt x="1262380" y="1036320"/>
                      <a:pt x="1159510" y="1050290"/>
                      <a:pt x="1064260" y="1055370"/>
                    </a:cubicBezTo>
                    <a:cubicBezTo>
                      <a:pt x="974090" y="1061720"/>
                      <a:pt x="881380" y="1059180"/>
                      <a:pt x="796290" y="1055370"/>
                    </a:cubicBezTo>
                    <a:cubicBezTo>
                      <a:pt x="717550" y="1051560"/>
                      <a:pt x="646430" y="1051560"/>
                      <a:pt x="570230" y="1035050"/>
                    </a:cubicBezTo>
                    <a:cubicBezTo>
                      <a:pt x="487680" y="1017270"/>
                      <a:pt x="378460" y="975360"/>
                      <a:pt x="317500" y="944880"/>
                    </a:cubicBezTo>
                    <a:cubicBezTo>
                      <a:pt x="279400" y="925830"/>
                      <a:pt x="257810" y="910590"/>
                      <a:pt x="231140" y="889000"/>
                    </a:cubicBezTo>
                    <a:cubicBezTo>
                      <a:pt x="204470" y="868680"/>
                      <a:pt x="182880" y="849630"/>
                      <a:pt x="160020" y="819150"/>
                    </a:cubicBezTo>
                    <a:cubicBezTo>
                      <a:pt x="128270" y="777240"/>
                      <a:pt x="93980" y="711200"/>
                      <a:pt x="71120" y="654050"/>
                    </a:cubicBezTo>
                    <a:cubicBezTo>
                      <a:pt x="48260" y="598170"/>
                      <a:pt x="33020" y="547370"/>
                      <a:pt x="22860" y="481330"/>
                    </a:cubicBezTo>
                    <a:cubicBezTo>
                      <a:pt x="8890" y="393700"/>
                      <a:pt x="0" y="228600"/>
                      <a:pt x="10160" y="170180"/>
                    </a:cubicBezTo>
                    <a:cubicBezTo>
                      <a:pt x="13970" y="144780"/>
                      <a:pt x="17780" y="130810"/>
                      <a:pt x="30480" y="118110"/>
                    </a:cubicBezTo>
                    <a:cubicBezTo>
                      <a:pt x="44450" y="102870"/>
                      <a:pt x="77470" y="91440"/>
                      <a:pt x="97790" y="92710"/>
                    </a:cubicBezTo>
                    <a:cubicBezTo>
                      <a:pt x="115570" y="93980"/>
                      <a:pt x="134620" y="105410"/>
                      <a:pt x="146050" y="118110"/>
                    </a:cubicBezTo>
                    <a:cubicBezTo>
                      <a:pt x="157480" y="130810"/>
                      <a:pt x="166370" y="170180"/>
                      <a:pt x="166370" y="170180"/>
                    </a:cubicBezTo>
                  </a:path>
                </a:pathLst>
              </a:custGeom>
              <a:solidFill>
                <a:srgbClr val="0891B2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Freeform 38" id="38"/>
          <p:cNvSpPr/>
          <p:nvPr/>
        </p:nvSpPr>
        <p:spPr>
          <a:xfrm flipH="false" flipV="false" rot="0">
            <a:off x="1527895" y="7912977"/>
            <a:ext cx="1297313" cy="1297313"/>
          </a:xfrm>
          <a:custGeom>
            <a:avLst/>
            <a:gdLst/>
            <a:ahLst/>
            <a:cxnLst/>
            <a:rect r="r" b="b" t="t" l="l"/>
            <a:pathLst>
              <a:path h="1297313" w="1297313">
                <a:moveTo>
                  <a:pt x="0" y="0"/>
                </a:moveTo>
                <a:lnTo>
                  <a:pt x="1297314" y="0"/>
                </a:lnTo>
                <a:lnTo>
                  <a:pt x="1297314" y="1297313"/>
                </a:lnTo>
                <a:lnTo>
                  <a:pt x="0" y="1297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05177" y="4805017"/>
            <a:ext cx="1942750" cy="1356641"/>
          </a:xfrm>
          <a:custGeom>
            <a:avLst/>
            <a:gdLst/>
            <a:ahLst/>
            <a:cxnLst/>
            <a:rect r="r" b="b" t="t" l="l"/>
            <a:pathLst>
              <a:path h="1356641" w="1942750">
                <a:moveTo>
                  <a:pt x="0" y="0"/>
                </a:moveTo>
                <a:lnTo>
                  <a:pt x="1942750" y="0"/>
                </a:lnTo>
                <a:lnTo>
                  <a:pt x="1942750" y="1356640"/>
                </a:lnTo>
                <a:lnTo>
                  <a:pt x="0" y="1356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747349" y="8318258"/>
            <a:ext cx="2198008" cy="813263"/>
          </a:xfrm>
          <a:custGeom>
            <a:avLst/>
            <a:gdLst/>
            <a:ahLst/>
            <a:cxnLst/>
            <a:rect r="r" b="b" t="t" l="l"/>
            <a:pathLst>
              <a:path h="813263" w="2198008">
                <a:moveTo>
                  <a:pt x="0" y="0"/>
                </a:moveTo>
                <a:lnTo>
                  <a:pt x="2198008" y="0"/>
                </a:lnTo>
                <a:lnTo>
                  <a:pt x="2198008" y="813262"/>
                </a:lnTo>
                <a:lnTo>
                  <a:pt x="0" y="813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348327" y="4805017"/>
            <a:ext cx="3100893" cy="1356641"/>
          </a:xfrm>
          <a:custGeom>
            <a:avLst/>
            <a:gdLst/>
            <a:ahLst/>
            <a:cxnLst/>
            <a:rect r="r" b="b" t="t" l="l"/>
            <a:pathLst>
              <a:path h="1356641" w="3100893">
                <a:moveTo>
                  <a:pt x="0" y="0"/>
                </a:moveTo>
                <a:lnTo>
                  <a:pt x="3100893" y="0"/>
                </a:lnTo>
                <a:lnTo>
                  <a:pt x="3100893" y="1356640"/>
                </a:lnTo>
                <a:lnTo>
                  <a:pt x="0" y="1356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747349" y="5988396"/>
            <a:ext cx="2302848" cy="2302848"/>
          </a:xfrm>
          <a:custGeom>
            <a:avLst/>
            <a:gdLst/>
            <a:ahLst/>
            <a:cxnLst/>
            <a:rect r="r" b="b" t="t" l="l"/>
            <a:pathLst>
              <a:path h="2302848" w="2302848">
                <a:moveTo>
                  <a:pt x="0" y="0"/>
                </a:moveTo>
                <a:lnTo>
                  <a:pt x="2302849" y="0"/>
                </a:lnTo>
                <a:lnTo>
                  <a:pt x="2302849" y="2302849"/>
                </a:lnTo>
                <a:lnTo>
                  <a:pt x="0" y="2302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439922" y="6935881"/>
            <a:ext cx="3020768" cy="1863878"/>
          </a:xfrm>
          <a:custGeom>
            <a:avLst/>
            <a:gdLst/>
            <a:ahLst/>
            <a:cxnLst/>
            <a:rect r="r" b="b" t="t" l="l"/>
            <a:pathLst>
              <a:path h="1863878" w="3020768">
                <a:moveTo>
                  <a:pt x="0" y="0"/>
                </a:moveTo>
                <a:lnTo>
                  <a:pt x="3020768" y="0"/>
                </a:lnTo>
                <a:lnTo>
                  <a:pt x="3020768" y="1863878"/>
                </a:lnTo>
                <a:lnTo>
                  <a:pt x="0" y="18638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254591" y="4805017"/>
            <a:ext cx="3391430" cy="1698176"/>
          </a:xfrm>
          <a:custGeom>
            <a:avLst/>
            <a:gdLst/>
            <a:ahLst/>
            <a:cxnLst/>
            <a:rect r="r" b="b" t="t" l="l"/>
            <a:pathLst>
              <a:path h="1698176" w="3391430">
                <a:moveTo>
                  <a:pt x="0" y="0"/>
                </a:moveTo>
                <a:lnTo>
                  <a:pt x="3391430" y="0"/>
                </a:lnTo>
                <a:lnTo>
                  <a:pt x="3391430" y="1698176"/>
                </a:lnTo>
                <a:lnTo>
                  <a:pt x="0" y="16981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5370681" y="73555"/>
            <a:ext cx="2663500" cy="1512962"/>
            <a:chOff x="0" y="0"/>
            <a:chExt cx="3551333" cy="201728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7282" cy="2017282"/>
            </a:xfrm>
            <a:custGeom>
              <a:avLst/>
              <a:gdLst/>
              <a:ahLst/>
              <a:cxnLst/>
              <a:rect r="r" b="b" t="t" l="l"/>
              <a:pathLst>
                <a:path h="2017282" w="2017282">
                  <a:moveTo>
                    <a:pt x="0" y="0"/>
                  </a:moveTo>
                  <a:lnTo>
                    <a:pt x="2017282" y="0"/>
                  </a:lnTo>
                  <a:lnTo>
                    <a:pt x="2017282" y="2017282"/>
                  </a:lnTo>
                  <a:lnTo>
                    <a:pt x="0" y="2017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017282" y="281885"/>
              <a:ext cx="1534051" cy="1453513"/>
            </a:xfrm>
            <a:custGeom>
              <a:avLst/>
              <a:gdLst/>
              <a:ahLst/>
              <a:cxnLst/>
              <a:rect r="r" b="b" t="t" l="l"/>
              <a:pathLst>
                <a:path h="1453513" w="1534051">
                  <a:moveTo>
                    <a:pt x="0" y="0"/>
                  </a:moveTo>
                  <a:lnTo>
                    <a:pt x="1534051" y="0"/>
                  </a:lnTo>
                  <a:lnTo>
                    <a:pt x="1534051" y="1453513"/>
                  </a:lnTo>
                  <a:lnTo>
                    <a:pt x="0" y="1453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900793" y="5553504"/>
            <a:ext cx="2764754" cy="2764754"/>
          </a:xfrm>
          <a:custGeom>
            <a:avLst/>
            <a:gdLst/>
            <a:ahLst/>
            <a:cxnLst/>
            <a:rect r="r" b="b" t="t" l="l"/>
            <a:pathLst>
              <a:path h="2764754" w="2764754">
                <a:moveTo>
                  <a:pt x="0" y="0"/>
                </a:moveTo>
                <a:lnTo>
                  <a:pt x="2764754" y="0"/>
                </a:lnTo>
                <a:lnTo>
                  <a:pt x="2764754" y="2764754"/>
                </a:lnTo>
                <a:lnTo>
                  <a:pt x="0" y="27647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5374012" y="3888209"/>
            <a:ext cx="5049524" cy="68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39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“Backend”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856508" y="3888209"/>
            <a:ext cx="6187596" cy="67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sz="398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“Frontend”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-241592" y="3888209"/>
            <a:ext cx="5049524" cy="68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39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“Tools”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907324" y="0"/>
            <a:ext cx="568905" cy="830036"/>
            <a:chOff x="0" y="0"/>
            <a:chExt cx="149835" cy="218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72371" y="457929"/>
            <a:ext cx="14404655" cy="3229488"/>
            <a:chOff x="0" y="0"/>
            <a:chExt cx="19206206" cy="4305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99639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79838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697122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595863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511833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41253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358949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384589" y="536163"/>
              <a:ext cx="677454" cy="1107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203451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9490530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385197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279864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9" y="0"/>
                  </a:lnTo>
                  <a:lnTo>
                    <a:pt x="1799489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174531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7069198" y="0"/>
              <a:ext cx="1799489" cy="1693769"/>
            </a:xfrm>
            <a:custGeom>
              <a:avLst/>
              <a:gdLst/>
              <a:ahLst/>
              <a:cxnLst/>
              <a:rect r="r" b="b" t="t" l="l"/>
              <a:pathLst>
                <a:path h="1693769" w="1799489">
                  <a:moveTo>
                    <a:pt x="0" y="0"/>
                  </a:moveTo>
                  <a:lnTo>
                    <a:pt x="1799488" y="0"/>
                  </a:lnTo>
                  <a:lnTo>
                    <a:pt x="1799488" y="1693769"/>
                  </a:lnTo>
                  <a:lnTo>
                    <a:pt x="0" y="1693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997831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1944369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886624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7070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5735548" y="536163"/>
              <a:ext cx="677454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891B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7390424" y="536163"/>
              <a:ext cx="1157036" cy="110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81"/>
                </a:lnSpc>
                <a:spcBef>
                  <a:spcPct val="0"/>
                </a:spcBef>
              </a:pPr>
              <a:r>
                <a:rPr lang="en-US" sz="4986">
                  <a:solidFill>
                    <a:srgbClr val="0891B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10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true" rot="0">
              <a:off x="15428229" y="1799556"/>
              <a:ext cx="3186503" cy="1270618"/>
            </a:xfrm>
            <a:custGeom>
              <a:avLst/>
              <a:gdLst/>
              <a:ahLst/>
              <a:cxnLst/>
              <a:rect r="r" b="b" t="t" l="l"/>
              <a:pathLst>
                <a:path h="1270618" w="3186503">
                  <a:moveTo>
                    <a:pt x="0" y="1270618"/>
                  </a:moveTo>
                  <a:lnTo>
                    <a:pt x="3186503" y="1270618"/>
                  </a:lnTo>
                  <a:lnTo>
                    <a:pt x="3186503" y="0"/>
                  </a:lnTo>
                  <a:lnTo>
                    <a:pt x="0" y="0"/>
                  </a:lnTo>
                  <a:lnTo>
                    <a:pt x="0" y="1270618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14836755" y="3124149"/>
              <a:ext cx="4369451" cy="1181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0"/>
                </a:lnSpc>
              </a:pPr>
              <a:r>
                <a:rPr lang="en-US" sz="2586">
                  <a:solidFill>
                    <a:srgbClr val="0891B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Phase 4</a:t>
              </a:r>
            </a:p>
            <a:p>
              <a:pPr algn="ctr">
                <a:lnSpc>
                  <a:spcPts val="362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7563879" y="4275600"/>
            <a:ext cx="7256918" cy="5717829"/>
          </a:xfrm>
          <a:custGeom>
            <a:avLst/>
            <a:gdLst/>
            <a:ahLst/>
            <a:cxnLst/>
            <a:rect r="r" b="b" t="t" l="l"/>
            <a:pathLst>
              <a:path h="5717829" w="7256918">
                <a:moveTo>
                  <a:pt x="0" y="0"/>
                </a:moveTo>
                <a:lnTo>
                  <a:pt x="7256918" y="0"/>
                </a:lnTo>
                <a:lnTo>
                  <a:pt x="7256918" y="5717829"/>
                </a:lnTo>
                <a:lnTo>
                  <a:pt x="0" y="57178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057" r="0" b="-10859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95933" y="4524632"/>
            <a:ext cx="6147621" cy="4733668"/>
          </a:xfrm>
          <a:custGeom>
            <a:avLst/>
            <a:gdLst/>
            <a:ahLst/>
            <a:cxnLst/>
            <a:rect r="r" b="b" t="t" l="l"/>
            <a:pathLst>
              <a:path h="4733668" w="6147621">
                <a:moveTo>
                  <a:pt x="0" y="0"/>
                </a:moveTo>
                <a:lnTo>
                  <a:pt x="6147621" y="0"/>
                </a:lnTo>
                <a:lnTo>
                  <a:pt x="6147621" y="4733668"/>
                </a:lnTo>
                <a:lnTo>
                  <a:pt x="0" y="47336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667576" y="3283447"/>
            <a:ext cx="5049524" cy="68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39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“Checking Apps”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5933" y="3335687"/>
            <a:ext cx="5049524" cy="68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39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“Slide”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22192" y="182331"/>
            <a:ext cx="975280" cy="924078"/>
          </a:xfrm>
          <a:custGeom>
            <a:avLst/>
            <a:gdLst/>
            <a:ahLst/>
            <a:cxnLst/>
            <a:rect r="r" b="b" t="t" l="l"/>
            <a:pathLst>
              <a:path h="924078" w="975280">
                <a:moveTo>
                  <a:pt x="0" y="0"/>
                </a:moveTo>
                <a:lnTo>
                  <a:pt x="975280" y="0"/>
                </a:lnTo>
                <a:lnTo>
                  <a:pt x="975280" y="924078"/>
                </a:lnTo>
                <a:lnTo>
                  <a:pt x="0" y="9240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15584" y="0"/>
            <a:ext cx="1288740" cy="1288740"/>
          </a:xfrm>
          <a:custGeom>
            <a:avLst/>
            <a:gdLst/>
            <a:ahLst/>
            <a:cxnLst/>
            <a:rect r="r" b="b" t="t" l="l"/>
            <a:pathLst>
              <a:path h="1288740" w="1288740">
                <a:moveTo>
                  <a:pt x="0" y="0"/>
                </a:moveTo>
                <a:lnTo>
                  <a:pt x="1288740" y="0"/>
                </a:lnTo>
                <a:lnTo>
                  <a:pt x="1288740" y="1288740"/>
                </a:lnTo>
                <a:lnTo>
                  <a:pt x="0" y="12887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306644" y="1107765"/>
            <a:ext cx="2613216" cy="89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1"/>
              </a:lnSpc>
            </a:pPr>
            <a:r>
              <a:rPr lang="en-US" sz="46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23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9093835"/>
            <a:ext cx="2426428" cy="1195939"/>
            <a:chOff x="0" y="0"/>
            <a:chExt cx="3235237" cy="159458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71799" cy="834257"/>
              <a:chOff x="0" y="0"/>
              <a:chExt cx="149835" cy="21861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9835" cy="218610"/>
              </a:xfrm>
              <a:custGeom>
                <a:avLst/>
                <a:gdLst/>
                <a:ahLst/>
                <a:cxnLst/>
                <a:rect r="r" b="b" t="t" l="l"/>
                <a:pathLst>
                  <a:path h="218610" w="149835">
                    <a:moveTo>
                      <a:pt x="0" y="0"/>
                    </a:moveTo>
                    <a:lnTo>
                      <a:pt x="149835" y="0"/>
                    </a:lnTo>
                    <a:lnTo>
                      <a:pt x="149835" y="218610"/>
                    </a:lnTo>
                    <a:lnTo>
                      <a:pt x="0" y="218610"/>
                    </a:lnTo>
                    <a:close/>
                  </a:path>
                </a:pathLst>
              </a:custGeom>
              <a:solidFill>
                <a:srgbClr val="0891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49835" cy="256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82981" y="984841"/>
              <a:ext cx="1452257" cy="609743"/>
              <a:chOff x="0" y="0"/>
              <a:chExt cx="380552" cy="15977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80552" cy="159778"/>
              </a:xfrm>
              <a:custGeom>
                <a:avLst/>
                <a:gdLst/>
                <a:ahLst/>
                <a:cxnLst/>
                <a:rect r="r" b="b" t="t" l="l"/>
                <a:pathLst>
                  <a:path h="159778" w="380552">
                    <a:moveTo>
                      <a:pt x="0" y="0"/>
                    </a:moveTo>
                    <a:lnTo>
                      <a:pt x="380552" y="0"/>
                    </a:lnTo>
                    <a:lnTo>
                      <a:pt x="380552" y="159778"/>
                    </a:lnTo>
                    <a:lnTo>
                      <a:pt x="0" y="159778"/>
                    </a:lnTo>
                    <a:close/>
                  </a:path>
                </a:pathLst>
              </a:custGeom>
              <a:solidFill>
                <a:srgbClr val="0891B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80552" cy="197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984841"/>
              <a:ext cx="1491767" cy="609743"/>
              <a:chOff x="0" y="0"/>
              <a:chExt cx="390905" cy="15977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90905" cy="159778"/>
              </a:xfrm>
              <a:custGeom>
                <a:avLst/>
                <a:gdLst/>
                <a:ahLst/>
                <a:cxnLst/>
                <a:rect r="r" b="b" t="t" l="l"/>
                <a:pathLst>
                  <a:path h="159778" w="390905">
                    <a:moveTo>
                      <a:pt x="0" y="0"/>
                    </a:moveTo>
                    <a:lnTo>
                      <a:pt x="390905" y="0"/>
                    </a:lnTo>
                    <a:lnTo>
                      <a:pt x="390905" y="159778"/>
                    </a:lnTo>
                    <a:lnTo>
                      <a:pt x="0" y="15977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90905" cy="197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8136241" y="4304354"/>
            <a:ext cx="8566190" cy="198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2"/>
              </a:lnSpc>
            </a:pPr>
            <a:r>
              <a:rPr lang="en-US" sz="578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WORKLYTIC </a:t>
            </a:r>
          </a:p>
          <a:p>
            <a:pPr algn="ctr">
              <a:lnSpc>
                <a:spcPts val="8092"/>
              </a:lnSpc>
            </a:pPr>
            <a:r>
              <a:rPr lang="en-US" sz="578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 APP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36241" y="6561178"/>
            <a:ext cx="8566190" cy="1227693"/>
            <a:chOff x="0" y="0"/>
            <a:chExt cx="2811744" cy="4029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11744" cy="402975"/>
            </a:xfrm>
            <a:custGeom>
              <a:avLst/>
              <a:gdLst/>
              <a:ahLst/>
              <a:cxnLst/>
              <a:rect r="r" b="b" t="t" l="l"/>
              <a:pathLst>
                <a:path h="402975" w="2811744">
                  <a:moveTo>
                    <a:pt x="0" y="0"/>
                  </a:moveTo>
                  <a:lnTo>
                    <a:pt x="2811744" y="0"/>
                  </a:lnTo>
                  <a:lnTo>
                    <a:pt x="2811744" y="402975"/>
                  </a:lnTo>
                  <a:lnTo>
                    <a:pt x="0" y="40297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811744" cy="44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542195" y="6602251"/>
            <a:ext cx="7864125" cy="103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7"/>
              </a:lnSpc>
            </a:pPr>
            <a:r>
              <a:rPr lang="en-US" sz="282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Waktunya untuk mendemonstrasikan aplikasi, mari kita lihat bagaimana aplikasi Worklytic bekerja</a:t>
            </a:r>
          </a:p>
        </p:txBody>
      </p:sp>
      <p:grpSp>
        <p:nvGrpSpPr>
          <p:cNvPr name="Group 26" id="26"/>
          <p:cNvGrpSpPr/>
          <p:nvPr/>
        </p:nvGrpSpPr>
        <p:grpSpPr>
          <a:xfrm rot="-639291">
            <a:off x="633880" y="2231312"/>
            <a:ext cx="3585097" cy="7191056"/>
            <a:chOff x="0" y="0"/>
            <a:chExt cx="4780129" cy="95880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80129" cy="9588074"/>
            </a:xfrm>
            <a:custGeom>
              <a:avLst/>
              <a:gdLst/>
              <a:ahLst/>
              <a:cxnLst/>
              <a:rect r="r" b="b" t="t" l="l"/>
              <a:pathLst>
                <a:path h="9588074" w="4780129">
                  <a:moveTo>
                    <a:pt x="0" y="0"/>
                  </a:moveTo>
                  <a:lnTo>
                    <a:pt x="4780129" y="0"/>
                  </a:lnTo>
                  <a:lnTo>
                    <a:pt x="4780129" y="9588074"/>
                  </a:lnTo>
                  <a:lnTo>
                    <a:pt x="0" y="9588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1342755">
            <a:off x="5273329" y="2087527"/>
            <a:ext cx="3063327" cy="6144480"/>
            <a:chOff x="0" y="0"/>
            <a:chExt cx="4084436" cy="8192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84436" cy="8192640"/>
            </a:xfrm>
            <a:custGeom>
              <a:avLst/>
              <a:gdLst/>
              <a:ahLst/>
              <a:cxnLst/>
              <a:rect r="r" b="b" t="t" l="l"/>
              <a:pathLst>
                <a:path h="8192640" w="4084436">
                  <a:moveTo>
                    <a:pt x="0" y="0"/>
                  </a:moveTo>
                  <a:lnTo>
                    <a:pt x="4084436" y="0"/>
                  </a:lnTo>
                  <a:lnTo>
                    <a:pt x="4084436" y="8192640"/>
                  </a:lnTo>
                  <a:lnTo>
                    <a:pt x="0" y="819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0" y="0"/>
            <a:ext cx="621948" cy="551059"/>
            <a:chOff x="0" y="0"/>
            <a:chExt cx="163805" cy="1451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83215" y="0"/>
            <a:ext cx="4870477" cy="1288740"/>
            <a:chOff x="0" y="0"/>
            <a:chExt cx="6493969" cy="17183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193596" y="243108"/>
              <a:ext cx="1300374" cy="1232104"/>
            </a:xfrm>
            <a:custGeom>
              <a:avLst/>
              <a:gdLst/>
              <a:ahLst/>
              <a:cxnLst/>
              <a:rect r="r" b="b" t="t" l="l"/>
              <a:pathLst>
                <a:path h="1232104" w="1300374">
                  <a:moveTo>
                    <a:pt x="0" y="0"/>
                  </a:moveTo>
                  <a:lnTo>
                    <a:pt x="1300373" y="0"/>
                  </a:lnTo>
                  <a:lnTo>
                    <a:pt x="1300373" y="1232104"/>
                  </a:lnTo>
                  <a:lnTo>
                    <a:pt x="0" y="123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028700"/>
            <a:ext cx="12961057" cy="1316891"/>
            <a:chOff x="0" y="0"/>
            <a:chExt cx="3413612" cy="3468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3612" cy="346836"/>
            </a:xfrm>
            <a:custGeom>
              <a:avLst/>
              <a:gdLst/>
              <a:ahLst/>
              <a:cxnLst/>
              <a:rect r="r" b="b" t="t" l="l"/>
              <a:pathLst>
                <a:path h="346836" w="3413612">
                  <a:moveTo>
                    <a:pt x="0" y="0"/>
                  </a:moveTo>
                  <a:lnTo>
                    <a:pt x="3413612" y="0"/>
                  </a:lnTo>
                  <a:lnTo>
                    <a:pt x="3413612" y="346836"/>
                  </a:lnTo>
                  <a:lnTo>
                    <a:pt x="0" y="3468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13612" cy="384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28599" y="3080454"/>
            <a:ext cx="778667" cy="7786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5820" y="4282840"/>
            <a:ext cx="1881411" cy="605617"/>
            <a:chOff x="0" y="0"/>
            <a:chExt cx="2508548" cy="80748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508548" cy="807489"/>
              <a:chOff x="0" y="0"/>
              <a:chExt cx="839761" cy="27031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9761" cy="270315"/>
              </a:xfrm>
              <a:custGeom>
                <a:avLst/>
                <a:gdLst/>
                <a:ahLst/>
                <a:cxnLst/>
                <a:rect r="r" b="b" t="t" l="l"/>
                <a:pathLst>
                  <a:path h="270315" w="839761">
                    <a:moveTo>
                      <a:pt x="0" y="0"/>
                    </a:moveTo>
                    <a:lnTo>
                      <a:pt x="839761" y="0"/>
                    </a:lnTo>
                    <a:lnTo>
                      <a:pt x="839761" y="270315"/>
                    </a:lnTo>
                    <a:lnTo>
                      <a:pt x="0" y="270315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39761" cy="308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25468" y="33784"/>
              <a:ext cx="2273724" cy="63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5"/>
                </a:lnSpc>
              </a:pPr>
              <a:r>
                <a:rPr lang="en-US" b="true" sz="2625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Client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2746417" y="5143500"/>
            <a:ext cx="778667" cy="77866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84453" y="2808295"/>
            <a:ext cx="2144146" cy="1322984"/>
          </a:xfrm>
          <a:custGeom>
            <a:avLst/>
            <a:gdLst/>
            <a:ahLst/>
            <a:cxnLst/>
            <a:rect r="r" b="b" t="t" l="l"/>
            <a:pathLst>
              <a:path h="1322984" w="2144146">
                <a:moveTo>
                  <a:pt x="0" y="0"/>
                </a:moveTo>
                <a:lnTo>
                  <a:pt x="2144146" y="0"/>
                </a:lnTo>
                <a:lnTo>
                  <a:pt x="2144146" y="1322984"/>
                </a:lnTo>
                <a:lnTo>
                  <a:pt x="0" y="1322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69455" y="2808295"/>
            <a:ext cx="2204973" cy="1322984"/>
          </a:xfrm>
          <a:custGeom>
            <a:avLst/>
            <a:gdLst/>
            <a:ahLst/>
            <a:cxnLst/>
            <a:rect r="r" b="b" t="t" l="l"/>
            <a:pathLst>
              <a:path h="1322984" w="2204973">
                <a:moveTo>
                  <a:pt x="0" y="0"/>
                </a:moveTo>
                <a:lnTo>
                  <a:pt x="2204973" y="0"/>
                </a:lnTo>
                <a:lnTo>
                  <a:pt x="2204973" y="1322984"/>
                </a:lnTo>
                <a:lnTo>
                  <a:pt x="0" y="1322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907849" y="4282840"/>
            <a:ext cx="1881411" cy="605617"/>
            <a:chOff x="0" y="0"/>
            <a:chExt cx="2508548" cy="80748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508548" cy="807489"/>
              <a:chOff x="0" y="0"/>
              <a:chExt cx="839761" cy="27031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39761" cy="270315"/>
              </a:xfrm>
              <a:custGeom>
                <a:avLst/>
                <a:gdLst/>
                <a:ahLst/>
                <a:cxnLst/>
                <a:rect r="r" b="b" t="t" l="l"/>
                <a:pathLst>
                  <a:path h="270315" w="839761">
                    <a:moveTo>
                      <a:pt x="0" y="0"/>
                    </a:moveTo>
                    <a:lnTo>
                      <a:pt x="839761" y="0"/>
                    </a:lnTo>
                    <a:lnTo>
                      <a:pt x="839761" y="270315"/>
                    </a:lnTo>
                    <a:lnTo>
                      <a:pt x="0" y="270315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839761" cy="308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25468" y="33784"/>
              <a:ext cx="2273724" cy="63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5"/>
                </a:lnSpc>
              </a:pPr>
              <a:r>
                <a:rPr lang="en-US" b="true" sz="2625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Server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41153" y="3080454"/>
            <a:ext cx="778667" cy="77866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7824670" y="2808295"/>
            <a:ext cx="4279449" cy="1112763"/>
          </a:xfrm>
          <a:custGeom>
            <a:avLst/>
            <a:gdLst/>
            <a:ahLst/>
            <a:cxnLst/>
            <a:rect r="r" b="b" t="t" l="l"/>
            <a:pathLst>
              <a:path h="1112763" w="4279449">
                <a:moveTo>
                  <a:pt x="0" y="0"/>
                </a:moveTo>
                <a:lnTo>
                  <a:pt x="4279450" y="0"/>
                </a:lnTo>
                <a:lnTo>
                  <a:pt x="4279450" y="1112763"/>
                </a:lnTo>
                <a:lnTo>
                  <a:pt x="0" y="1112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325" r="0" b="-42927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399013" y="4282840"/>
            <a:ext cx="3130764" cy="605617"/>
            <a:chOff x="0" y="0"/>
            <a:chExt cx="4174352" cy="80748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174352" cy="807489"/>
              <a:chOff x="0" y="0"/>
              <a:chExt cx="1397406" cy="27031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397406" cy="270315"/>
              </a:xfrm>
              <a:custGeom>
                <a:avLst/>
                <a:gdLst/>
                <a:ahLst/>
                <a:cxnLst/>
                <a:rect r="r" b="b" t="t" l="l"/>
                <a:pathLst>
                  <a:path h="270315" w="1397406">
                    <a:moveTo>
                      <a:pt x="0" y="0"/>
                    </a:moveTo>
                    <a:lnTo>
                      <a:pt x="1397406" y="0"/>
                    </a:lnTo>
                    <a:lnTo>
                      <a:pt x="1397406" y="270315"/>
                    </a:lnTo>
                    <a:lnTo>
                      <a:pt x="0" y="270315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397406" cy="308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08786" y="33784"/>
              <a:ext cx="3783593" cy="63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5"/>
                </a:lnSpc>
              </a:pPr>
              <a:r>
                <a:rPr lang="en-US" b="true" sz="2625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Payment Gateaway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70845" y="3080454"/>
            <a:ext cx="778667" cy="778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3816236" y="2808295"/>
            <a:ext cx="3902269" cy="1050825"/>
          </a:xfrm>
          <a:custGeom>
            <a:avLst/>
            <a:gdLst/>
            <a:ahLst/>
            <a:cxnLst/>
            <a:rect r="r" b="b" t="t" l="l"/>
            <a:pathLst>
              <a:path h="1050825" w="3902269">
                <a:moveTo>
                  <a:pt x="0" y="0"/>
                </a:moveTo>
                <a:lnTo>
                  <a:pt x="3902270" y="0"/>
                </a:lnTo>
                <a:lnTo>
                  <a:pt x="3902270" y="1050826"/>
                </a:lnTo>
                <a:lnTo>
                  <a:pt x="0" y="1050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4826665" y="4282840"/>
            <a:ext cx="1881411" cy="605617"/>
            <a:chOff x="0" y="0"/>
            <a:chExt cx="2508548" cy="80748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2508548" cy="807489"/>
              <a:chOff x="0" y="0"/>
              <a:chExt cx="839761" cy="27031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39761" cy="270315"/>
              </a:xfrm>
              <a:custGeom>
                <a:avLst/>
                <a:gdLst/>
                <a:ahLst/>
                <a:cxnLst/>
                <a:rect r="r" b="b" t="t" l="l"/>
                <a:pathLst>
                  <a:path h="270315" w="839761">
                    <a:moveTo>
                      <a:pt x="0" y="0"/>
                    </a:moveTo>
                    <a:lnTo>
                      <a:pt x="839761" y="0"/>
                    </a:lnTo>
                    <a:lnTo>
                      <a:pt x="839761" y="270315"/>
                    </a:lnTo>
                    <a:lnTo>
                      <a:pt x="0" y="270315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839761" cy="308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25468" y="33784"/>
              <a:ext cx="2273724" cy="63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5"/>
                </a:lnSpc>
              </a:pPr>
              <a:r>
                <a:rPr lang="en-US" b="true" sz="2625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984326" y="6179342"/>
            <a:ext cx="2302848" cy="2302848"/>
          </a:xfrm>
          <a:custGeom>
            <a:avLst/>
            <a:gdLst/>
            <a:ahLst/>
            <a:cxnLst/>
            <a:rect r="r" b="b" t="t" l="l"/>
            <a:pathLst>
              <a:path h="2302848" w="2302848">
                <a:moveTo>
                  <a:pt x="0" y="0"/>
                </a:moveTo>
                <a:lnTo>
                  <a:pt x="2302849" y="0"/>
                </a:lnTo>
                <a:lnTo>
                  <a:pt x="2302849" y="2302848"/>
                </a:lnTo>
                <a:lnTo>
                  <a:pt x="0" y="2302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985978" y="8644115"/>
            <a:ext cx="2348323" cy="605617"/>
            <a:chOff x="0" y="0"/>
            <a:chExt cx="3131098" cy="807489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3131098" cy="807489"/>
              <a:chOff x="0" y="0"/>
              <a:chExt cx="1048166" cy="270315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48166" cy="270315"/>
              </a:xfrm>
              <a:custGeom>
                <a:avLst/>
                <a:gdLst/>
                <a:ahLst/>
                <a:cxnLst/>
                <a:rect r="r" b="b" t="t" l="l"/>
                <a:pathLst>
                  <a:path h="270315" w="1048166">
                    <a:moveTo>
                      <a:pt x="0" y="0"/>
                    </a:moveTo>
                    <a:lnTo>
                      <a:pt x="1048166" y="0"/>
                    </a:lnTo>
                    <a:lnTo>
                      <a:pt x="1048166" y="270315"/>
                    </a:lnTo>
                    <a:lnTo>
                      <a:pt x="0" y="270315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1048166" cy="308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56606" y="33784"/>
              <a:ext cx="2837997" cy="63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5"/>
                </a:lnSpc>
              </a:pPr>
              <a:r>
                <a:rPr lang="en-US" b="true" sz="2625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Realtime Chat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666052" y="5532833"/>
            <a:ext cx="837144" cy="3452183"/>
            <a:chOff x="0" y="0"/>
            <a:chExt cx="220482" cy="9092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0482" cy="909217"/>
            </a:xfrm>
            <a:custGeom>
              <a:avLst/>
              <a:gdLst/>
              <a:ahLst/>
              <a:cxnLst/>
              <a:rect r="r" b="b" t="t" l="l"/>
              <a:pathLst>
                <a:path h="909217" w="220482">
                  <a:moveTo>
                    <a:pt x="0" y="0"/>
                  </a:moveTo>
                  <a:lnTo>
                    <a:pt x="220482" y="0"/>
                  </a:lnTo>
                  <a:lnTo>
                    <a:pt x="220482" y="909217"/>
                  </a:lnTo>
                  <a:lnTo>
                    <a:pt x="0" y="90921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20482" cy="94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9336924" y="6747747"/>
            <a:ext cx="4501435" cy="3539253"/>
          </a:xfrm>
          <a:custGeom>
            <a:avLst/>
            <a:gdLst/>
            <a:ahLst/>
            <a:cxnLst/>
            <a:rect r="r" b="b" t="t" l="l"/>
            <a:pathLst>
              <a:path h="3539253" w="4501435">
                <a:moveTo>
                  <a:pt x="0" y="0"/>
                </a:moveTo>
                <a:lnTo>
                  <a:pt x="4501435" y="0"/>
                </a:lnTo>
                <a:lnTo>
                  <a:pt x="4501435" y="3539253"/>
                </a:lnTo>
                <a:lnTo>
                  <a:pt x="0" y="3539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193740" y="1271221"/>
            <a:ext cx="8362592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 Flow Application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5665253" y="6227297"/>
            <a:ext cx="2198008" cy="813263"/>
          </a:xfrm>
          <a:custGeom>
            <a:avLst/>
            <a:gdLst/>
            <a:ahLst/>
            <a:cxnLst/>
            <a:rect r="r" b="b" t="t" l="l"/>
            <a:pathLst>
              <a:path h="813263" w="2198008">
                <a:moveTo>
                  <a:pt x="0" y="0"/>
                </a:moveTo>
                <a:lnTo>
                  <a:pt x="2198008" y="0"/>
                </a:lnTo>
                <a:lnTo>
                  <a:pt x="2198008" y="813263"/>
                </a:lnTo>
                <a:lnTo>
                  <a:pt x="0" y="8132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5135274" y="7330766"/>
            <a:ext cx="3353925" cy="605617"/>
            <a:chOff x="0" y="0"/>
            <a:chExt cx="4471900" cy="807489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4471900" cy="807489"/>
              <a:chOff x="0" y="0"/>
              <a:chExt cx="1497013" cy="270315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497013" cy="270315"/>
              </a:xfrm>
              <a:custGeom>
                <a:avLst/>
                <a:gdLst/>
                <a:ahLst/>
                <a:cxnLst/>
                <a:rect r="r" b="b" t="t" l="l"/>
                <a:pathLst>
                  <a:path h="270315" w="1497013">
                    <a:moveTo>
                      <a:pt x="0" y="0"/>
                    </a:moveTo>
                    <a:lnTo>
                      <a:pt x="1497013" y="0"/>
                    </a:lnTo>
                    <a:lnTo>
                      <a:pt x="1497013" y="270315"/>
                    </a:lnTo>
                    <a:lnTo>
                      <a:pt x="0" y="270315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1497013" cy="308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223668" y="33784"/>
              <a:ext cx="4053287" cy="63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5"/>
                </a:lnSpc>
              </a:pPr>
              <a:r>
                <a:rPr lang="en-US" b="true" sz="2625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Recommendation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5400000">
            <a:off x="6341153" y="5006610"/>
            <a:ext cx="778667" cy="778667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5118714" y="6336261"/>
            <a:ext cx="1297313" cy="1297313"/>
          </a:xfrm>
          <a:custGeom>
            <a:avLst/>
            <a:gdLst/>
            <a:ahLst/>
            <a:cxnLst/>
            <a:rect r="r" b="b" t="t" l="l"/>
            <a:pathLst>
              <a:path h="1297313" w="1297313">
                <a:moveTo>
                  <a:pt x="0" y="0"/>
                </a:moveTo>
                <a:lnTo>
                  <a:pt x="1297314" y="0"/>
                </a:lnTo>
                <a:lnTo>
                  <a:pt x="1297314" y="1297313"/>
                </a:lnTo>
                <a:lnTo>
                  <a:pt x="0" y="12973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4604561" y="7876573"/>
            <a:ext cx="2325619" cy="605617"/>
            <a:chOff x="0" y="0"/>
            <a:chExt cx="3100826" cy="807489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3100826" cy="807489"/>
              <a:chOff x="0" y="0"/>
              <a:chExt cx="1038032" cy="270315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038032" cy="270315"/>
              </a:xfrm>
              <a:custGeom>
                <a:avLst/>
                <a:gdLst/>
                <a:ahLst/>
                <a:cxnLst/>
                <a:rect r="r" b="b" t="t" l="l"/>
                <a:pathLst>
                  <a:path h="270315" w="1038032">
                    <a:moveTo>
                      <a:pt x="0" y="0"/>
                    </a:moveTo>
                    <a:lnTo>
                      <a:pt x="1038032" y="0"/>
                    </a:lnTo>
                    <a:lnTo>
                      <a:pt x="1038032" y="270315"/>
                    </a:lnTo>
                    <a:lnTo>
                      <a:pt x="0" y="270315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1038032" cy="308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3" id="73"/>
            <p:cNvSpPr txBox="true"/>
            <p:nvPr/>
          </p:nvSpPr>
          <p:spPr>
            <a:xfrm rot="0">
              <a:off x="155092" y="33784"/>
              <a:ext cx="2810558" cy="63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5"/>
                </a:lnSpc>
              </a:pPr>
              <a:r>
                <a:rPr lang="en-US" b="true" sz="2625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Email Sender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5400000">
            <a:off x="15378038" y="5307557"/>
            <a:ext cx="778667" cy="778667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283215" y="0"/>
            <a:ext cx="4870477" cy="1288740"/>
            <a:chOff x="0" y="0"/>
            <a:chExt cx="6493969" cy="171831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5193596" y="243108"/>
              <a:ext cx="1300374" cy="1232104"/>
            </a:xfrm>
            <a:custGeom>
              <a:avLst/>
              <a:gdLst/>
              <a:ahLst/>
              <a:cxnLst/>
              <a:rect r="r" b="b" t="t" l="l"/>
              <a:pathLst>
                <a:path h="1232104" w="1300374">
                  <a:moveTo>
                    <a:pt x="0" y="0"/>
                  </a:moveTo>
                  <a:lnTo>
                    <a:pt x="1300373" y="0"/>
                  </a:lnTo>
                  <a:lnTo>
                    <a:pt x="1300373" y="1232104"/>
                  </a:lnTo>
                  <a:lnTo>
                    <a:pt x="0" y="123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028700"/>
            <a:ext cx="12961057" cy="1316891"/>
            <a:chOff x="0" y="0"/>
            <a:chExt cx="3413612" cy="3468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3612" cy="346836"/>
            </a:xfrm>
            <a:custGeom>
              <a:avLst/>
              <a:gdLst/>
              <a:ahLst/>
              <a:cxnLst/>
              <a:rect r="r" b="b" t="t" l="l"/>
              <a:pathLst>
                <a:path h="346836" w="3413612">
                  <a:moveTo>
                    <a:pt x="0" y="0"/>
                  </a:moveTo>
                  <a:lnTo>
                    <a:pt x="3413612" y="0"/>
                  </a:lnTo>
                  <a:lnTo>
                    <a:pt x="3413612" y="346836"/>
                  </a:lnTo>
                  <a:lnTo>
                    <a:pt x="0" y="3468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13612" cy="384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72994" y="4139608"/>
            <a:ext cx="8981246" cy="1386770"/>
            <a:chOff x="0" y="0"/>
            <a:chExt cx="11974994" cy="184902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807647" cy="758957"/>
              <a:chOff x="0" y="0"/>
              <a:chExt cx="380552" cy="15977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80552" cy="159778"/>
              </a:xfrm>
              <a:custGeom>
                <a:avLst/>
                <a:gdLst/>
                <a:ahLst/>
                <a:cxnLst/>
                <a:rect r="r" b="b" t="t" l="l"/>
                <a:pathLst>
                  <a:path h="159778" w="380552">
                    <a:moveTo>
                      <a:pt x="0" y="0"/>
                    </a:moveTo>
                    <a:lnTo>
                      <a:pt x="380552" y="0"/>
                    </a:lnTo>
                    <a:lnTo>
                      <a:pt x="380552" y="159778"/>
                    </a:lnTo>
                    <a:lnTo>
                      <a:pt x="0" y="159778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80552" cy="197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372657" y="-200025"/>
              <a:ext cx="8887771" cy="1190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30"/>
                </a:lnSpc>
                <a:spcBef>
                  <a:spcPct val="0"/>
                </a:spcBef>
              </a:pPr>
              <a:r>
                <a:rPr lang="en-US" sz="4879" b="true">
                  <a:solidFill>
                    <a:srgbClr val="3A35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Sistem Dual Role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372657" y="1086075"/>
              <a:ext cx="9602337" cy="76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3"/>
                </a:lnSpc>
              </a:pPr>
              <a:r>
                <a:rPr lang="en-US" sz="31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Ketika memikirkan alur dari aplikasi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672994" y="7646941"/>
            <a:ext cx="8981246" cy="1457490"/>
            <a:chOff x="0" y="0"/>
            <a:chExt cx="11974994" cy="194332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94294"/>
              <a:ext cx="1807647" cy="758957"/>
              <a:chOff x="0" y="0"/>
              <a:chExt cx="380552" cy="15977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80552" cy="159778"/>
              </a:xfrm>
              <a:custGeom>
                <a:avLst/>
                <a:gdLst/>
                <a:ahLst/>
                <a:cxnLst/>
                <a:rect r="r" b="b" t="t" l="l"/>
                <a:pathLst>
                  <a:path h="159778" w="380552">
                    <a:moveTo>
                      <a:pt x="0" y="0"/>
                    </a:moveTo>
                    <a:lnTo>
                      <a:pt x="380552" y="0"/>
                    </a:lnTo>
                    <a:lnTo>
                      <a:pt x="380552" y="159778"/>
                    </a:lnTo>
                    <a:lnTo>
                      <a:pt x="0" y="159778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80552" cy="197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372657" y="-105731"/>
              <a:ext cx="8887771" cy="1190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30"/>
                </a:lnSpc>
                <a:spcBef>
                  <a:spcPct val="0"/>
                </a:spcBef>
              </a:pPr>
              <a:r>
                <a:rPr lang="en-US" sz="4879" b="true">
                  <a:solidFill>
                    <a:srgbClr val="3A35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Using 3rd Api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372657" y="1180369"/>
              <a:ext cx="9602337" cy="76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3"/>
                </a:lnSpc>
              </a:pPr>
              <a:r>
                <a:rPr lang="en-US" sz="31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Ketika membuat chat secara realrealtime  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7565575" y="0"/>
              <a:ext cx="3735625" cy="1018807"/>
            </a:xfrm>
            <a:custGeom>
              <a:avLst/>
              <a:gdLst/>
              <a:ahLst/>
              <a:cxnLst/>
              <a:rect r="r" b="b" t="t" l="l"/>
              <a:pathLst>
                <a:path h="1018807" w="3735625">
                  <a:moveTo>
                    <a:pt x="0" y="0"/>
                  </a:moveTo>
                  <a:lnTo>
                    <a:pt x="3735625" y="0"/>
                  </a:lnTo>
                  <a:lnTo>
                    <a:pt x="3735625" y="1018807"/>
                  </a:lnTo>
                  <a:lnTo>
                    <a:pt x="0" y="1018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0997421" y="3296791"/>
            <a:ext cx="5697020" cy="6990209"/>
          </a:xfrm>
          <a:custGeom>
            <a:avLst/>
            <a:gdLst/>
            <a:ahLst/>
            <a:cxnLst/>
            <a:rect r="r" b="b" t="t" l="l"/>
            <a:pathLst>
              <a:path h="6990209" w="5697020">
                <a:moveTo>
                  <a:pt x="0" y="0"/>
                </a:moveTo>
                <a:lnTo>
                  <a:pt x="5697020" y="0"/>
                </a:lnTo>
                <a:lnTo>
                  <a:pt x="5697020" y="6990209"/>
                </a:lnTo>
                <a:lnTo>
                  <a:pt x="0" y="6990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93740" y="1271221"/>
            <a:ext cx="8677339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 Faced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-672994" y="5994616"/>
            <a:ext cx="8981246" cy="1386770"/>
            <a:chOff x="0" y="0"/>
            <a:chExt cx="11974994" cy="184902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807647" cy="758957"/>
              <a:chOff x="0" y="0"/>
              <a:chExt cx="380552" cy="15977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80552" cy="159778"/>
              </a:xfrm>
              <a:custGeom>
                <a:avLst/>
                <a:gdLst/>
                <a:ahLst/>
                <a:cxnLst/>
                <a:rect r="r" b="b" t="t" l="l"/>
                <a:pathLst>
                  <a:path h="159778" w="380552">
                    <a:moveTo>
                      <a:pt x="0" y="0"/>
                    </a:moveTo>
                    <a:lnTo>
                      <a:pt x="380552" y="0"/>
                    </a:lnTo>
                    <a:lnTo>
                      <a:pt x="380552" y="159778"/>
                    </a:lnTo>
                    <a:lnTo>
                      <a:pt x="0" y="159778"/>
                    </a:lnTo>
                    <a:close/>
                  </a:path>
                </a:pathLst>
              </a:custGeom>
              <a:solidFill>
                <a:srgbClr val="070707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380552" cy="197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372657" y="-200025"/>
              <a:ext cx="8887771" cy="1190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30"/>
                </a:lnSpc>
                <a:spcBef>
                  <a:spcPct val="0"/>
                </a:spcBef>
              </a:pPr>
              <a:r>
                <a:rPr lang="en-US" sz="4879" b="true">
                  <a:solidFill>
                    <a:srgbClr val="3A35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Using 3rd Api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372657" y="1086075"/>
              <a:ext cx="9602337" cy="76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3"/>
                </a:lnSpc>
              </a:pPr>
              <a:r>
                <a:rPr lang="en-US" sz="315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Ketika melakukan transaksi pembayaran 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001187" y="5791933"/>
            <a:ext cx="3307065" cy="984231"/>
          </a:xfrm>
          <a:custGeom>
            <a:avLst/>
            <a:gdLst/>
            <a:ahLst/>
            <a:cxnLst/>
            <a:rect r="r" b="b" t="t" l="l"/>
            <a:pathLst>
              <a:path h="984231" w="3307065">
                <a:moveTo>
                  <a:pt x="0" y="0"/>
                </a:moveTo>
                <a:lnTo>
                  <a:pt x="3307064" y="0"/>
                </a:lnTo>
                <a:lnTo>
                  <a:pt x="3307064" y="984231"/>
                </a:lnTo>
                <a:lnTo>
                  <a:pt x="0" y="984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160" r="0" b="-28841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302265" y="9525"/>
            <a:ext cx="4870477" cy="1288740"/>
            <a:chOff x="0" y="0"/>
            <a:chExt cx="6493969" cy="17183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193596" y="243108"/>
              <a:ext cx="1300374" cy="1232104"/>
            </a:xfrm>
            <a:custGeom>
              <a:avLst/>
              <a:gdLst/>
              <a:ahLst/>
              <a:cxnLst/>
              <a:rect r="r" b="b" t="t" l="l"/>
              <a:pathLst>
                <a:path h="1232104" w="1300374">
                  <a:moveTo>
                    <a:pt x="0" y="0"/>
                  </a:moveTo>
                  <a:lnTo>
                    <a:pt x="1300373" y="0"/>
                  </a:lnTo>
                  <a:lnTo>
                    <a:pt x="1300373" y="1232104"/>
                  </a:lnTo>
                  <a:lnTo>
                    <a:pt x="0" y="123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1028700"/>
            <a:ext cx="12961057" cy="1316891"/>
            <a:chOff x="0" y="0"/>
            <a:chExt cx="3413612" cy="3468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612" cy="346836"/>
            </a:xfrm>
            <a:custGeom>
              <a:avLst/>
              <a:gdLst/>
              <a:ahLst/>
              <a:cxnLst/>
              <a:rect r="r" b="b" t="t" l="l"/>
              <a:pathLst>
                <a:path h="346836" w="3413612">
                  <a:moveTo>
                    <a:pt x="0" y="0"/>
                  </a:moveTo>
                  <a:lnTo>
                    <a:pt x="3413612" y="0"/>
                  </a:lnTo>
                  <a:lnTo>
                    <a:pt x="3413612" y="346836"/>
                  </a:lnTo>
                  <a:lnTo>
                    <a:pt x="0" y="3468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13612" cy="384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7886" y="9772650"/>
            <a:ext cx="1444909" cy="606658"/>
            <a:chOff x="0" y="0"/>
            <a:chExt cx="380552" cy="1597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0552" cy="159778"/>
            </a:xfrm>
            <a:custGeom>
              <a:avLst/>
              <a:gdLst/>
              <a:ahLst/>
              <a:cxnLst/>
              <a:rect r="r" b="b" t="t" l="l"/>
              <a:pathLst>
                <a:path h="159778" w="380552">
                  <a:moveTo>
                    <a:pt x="0" y="0"/>
                  </a:moveTo>
                  <a:lnTo>
                    <a:pt x="380552" y="0"/>
                  </a:lnTo>
                  <a:lnTo>
                    <a:pt x="380552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0552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416073" y="9772650"/>
            <a:ext cx="1484219" cy="606658"/>
            <a:chOff x="0" y="0"/>
            <a:chExt cx="390905" cy="1597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905" cy="159778"/>
            </a:xfrm>
            <a:custGeom>
              <a:avLst/>
              <a:gdLst/>
              <a:ahLst/>
              <a:cxnLst/>
              <a:rect r="r" b="b" t="t" l="l"/>
              <a:pathLst>
                <a:path h="159778" w="390905">
                  <a:moveTo>
                    <a:pt x="0" y="0"/>
                  </a:moveTo>
                  <a:lnTo>
                    <a:pt x="390905" y="0"/>
                  </a:lnTo>
                  <a:lnTo>
                    <a:pt x="390905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0905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51293" y="5655247"/>
            <a:ext cx="10521398" cy="2869147"/>
            <a:chOff x="0" y="0"/>
            <a:chExt cx="6545083" cy="17848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45083" cy="1784821"/>
            </a:xfrm>
            <a:custGeom>
              <a:avLst/>
              <a:gdLst/>
              <a:ahLst/>
              <a:cxnLst/>
              <a:rect r="r" b="b" t="t" l="l"/>
              <a:pathLst>
                <a:path h="1784821" w="6545083">
                  <a:moveTo>
                    <a:pt x="6420622" y="1784820"/>
                  </a:moveTo>
                  <a:lnTo>
                    <a:pt x="124460" y="1784820"/>
                  </a:lnTo>
                  <a:cubicBezTo>
                    <a:pt x="55880" y="1784820"/>
                    <a:pt x="0" y="1728940"/>
                    <a:pt x="0" y="16603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420623" y="0"/>
                  </a:lnTo>
                  <a:cubicBezTo>
                    <a:pt x="6489203" y="0"/>
                    <a:pt x="6545083" y="55880"/>
                    <a:pt x="6545083" y="124460"/>
                  </a:cubicBezTo>
                  <a:lnTo>
                    <a:pt x="6545083" y="1660360"/>
                  </a:lnTo>
                  <a:cubicBezTo>
                    <a:pt x="6545083" y="1728940"/>
                    <a:pt x="6489203" y="1784821"/>
                    <a:pt x="6420623" y="17848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608028">
            <a:off x="10538150" y="5604315"/>
            <a:ext cx="6547685" cy="2971012"/>
          </a:xfrm>
          <a:custGeom>
            <a:avLst/>
            <a:gdLst/>
            <a:ahLst/>
            <a:cxnLst/>
            <a:rect r="r" b="b" t="t" l="l"/>
            <a:pathLst>
              <a:path h="2971012" w="6547685">
                <a:moveTo>
                  <a:pt x="0" y="0"/>
                </a:moveTo>
                <a:lnTo>
                  <a:pt x="6547685" y="0"/>
                </a:lnTo>
                <a:lnTo>
                  <a:pt x="6547685" y="2971012"/>
                </a:lnTo>
                <a:lnTo>
                  <a:pt x="0" y="2971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68905" y="2698016"/>
            <a:ext cx="11013857" cy="254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8"/>
              </a:lnSpc>
            </a:pPr>
            <a:r>
              <a:rPr lang="en-US" sz="467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Sukses Menyelelesaikan aplikasi dan membuat chat secara real time dan penerapan payment method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3740" y="1271221"/>
            <a:ext cx="795026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Success Story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0327" y="9304455"/>
            <a:ext cx="105145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1DC6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292740" y="0"/>
            <a:ext cx="4870477" cy="1288740"/>
            <a:chOff x="0" y="0"/>
            <a:chExt cx="6493969" cy="17183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193596" y="243108"/>
              <a:ext cx="1300374" cy="1232104"/>
            </a:xfrm>
            <a:custGeom>
              <a:avLst/>
              <a:gdLst/>
              <a:ahLst/>
              <a:cxnLst/>
              <a:rect r="r" b="b" t="t" l="l"/>
              <a:pathLst>
                <a:path h="1232104" w="1300374">
                  <a:moveTo>
                    <a:pt x="0" y="0"/>
                  </a:moveTo>
                  <a:lnTo>
                    <a:pt x="1300373" y="0"/>
                  </a:lnTo>
                  <a:lnTo>
                    <a:pt x="1300373" y="1232104"/>
                  </a:lnTo>
                  <a:lnTo>
                    <a:pt x="0" y="123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424496" y="0"/>
              <a:ext cx="1718319" cy="1718319"/>
            </a:xfrm>
            <a:custGeom>
              <a:avLst/>
              <a:gdLst/>
              <a:ahLst/>
              <a:cxnLst/>
              <a:rect r="r" b="b" t="t" l="l"/>
              <a:pathLst>
                <a:path h="1718319" w="1718319">
                  <a:moveTo>
                    <a:pt x="0" y="0"/>
                  </a:moveTo>
                  <a:lnTo>
                    <a:pt x="1718320" y="0"/>
                  </a:lnTo>
                  <a:lnTo>
                    <a:pt x="1718320" y="1718319"/>
                  </a:lnTo>
                  <a:lnTo>
                    <a:pt x="0" y="171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0" y="372382"/>
              <a:ext cx="3484288" cy="1126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61"/>
                </a:lnSpc>
              </a:pPr>
              <a:r>
                <a:rPr lang="en-US" sz="468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23 |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4104" y="8985017"/>
            <a:ext cx="1243896" cy="1301983"/>
            <a:chOff x="0" y="0"/>
            <a:chExt cx="327610" cy="342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610" cy="342909"/>
            </a:xfrm>
            <a:custGeom>
              <a:avLst/>
              <a:gdLst/>
              <a:ahLst/>
              <a:cxnLst/>
              <a:rect r="r" b="b" t="t" l="l"/>
              <a:pathLst>
                <a:path h="342909" w="327610">
                  <a:moveTo>
                    <a:pt x="0" y="0"/>
                  </a:moveTo>
                  <a:lnTo>
                    <a:pt x="327610" y="0"/>
                  </a:lnTo>
                  <a:lnTo>
                    <a:pt x="327610" y="342909"/>
                  </a:lnTo>
                  <a:lnTo>
                    <a:pt x="0" y="3429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7610" cy="38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66052" y="3964409"/>
            <a:ext cx="621948" cy="4653430"/>
            <a:chOff x="0" y="0"/>
            <a:chExt cx="163805" cy="12255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05" cy="1225595"/>
            </a:xfrm>
            <a:custGeom>
              <a:avLst/>
              <a:gdLst/>
              <a:ahLst/>
              <a:cxnLst/>
              <a:rect r="r" b="b" t="t" l="l"/>
              <a:pathLst>
                <a:path h="122559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225595"/>
                  </a:lnTo>
                  <a:lnTo>
                    <a:pt x="0" y="1225595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805" cy="126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66052" y="3136358"/>
            <a:ext cx="621948" cy="551059"/>
            <a:chOff x="0" y="0"/>
            <a:chExt cx="163805" cy="145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805" cy="145135"/>
            </a:xfrm>
            <a:custGeom>
              <a:avLst/>
              <a:gdLst/>
              <a:ahLst/>
              <a:cxnLst/>
              <a:rect r="r" b="b" t="t" l="l"/>
              <a:pathLst>
                <a:path h="145135" w="163805">
                  <a:moveTo>
                    <a:pt x="0" y="0"/>
                  </a:moveTo>
                  <a:lnTo>
                    <a:pt x="163805" y="0"/>
                  </a:lnTo>
                  <a:lnTo>
                    <a:pt x="163805" y="145135"/>
                  </a:lnTo>
                  <a:lnTo>
                    <a:pt x="0" y="1451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805" cy="18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68905" cy="830036"/>
            <a:chOff x="0" y="0"/>
            <a:chExt cx="149835" cy="2186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35" cy="218610"/>
            </a:xfrm>
            <a:custGeom>
              <a:avLst/>
              <a:gdLst/>
              <a:ahLst/>
              <a:cxnLst/>
              <a:rect r="r" b="b" t="t" l="l"/>
              <a:pathLst>
                <a:path h="218610" w="149835">
                  <a:moveTo>
                    <a:pt x="0" y="0"/>
                  </a:moveTo>
                  <a:lnTo>
                    <a:pt x="149835" y="0"/>
                  </a:lnTo>
                  <a:lnTo>
                    <a:pt x="149835" y="218610"/>
                  </a:lnTo>
                  <a:lnTo>
                    <a:pt x="0" y="21861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9835" cy="25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463446" y="2890931"/>
            <a:ext cx="12961057" cy="1316891"/>
            <a:chOff x="0" y="0"/>
            <a:chExt cx="3413612" cy="346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3612" cy="346836"/>
            </a:xfrm>
            <a:custGeom>
              <a:avLst/>
              <a:gdLst/>
              <a:ahLst/>
              <a:cxnLst/>
              <a:rect r="r" b="b" t="t" l="l"/>
              <a:pathLst>
                <a:path h="346836" w="3413612">
                  <a:moveTo>
                    <a:pt x="0" y="0"/>
                  </a:moveTo>
                  <a:lnTo>
                    <a:pt x="3413612" y="0"/>
                  </a:lnTo>
                  <a:lnTo>
                    <a:pt x="3413612" y="346836"/>
                  </a:lnTo>
                  <a:lnTo>
                    <a:pt x="0" y="3468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13612" cy="384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57886" y="9772650"/>
            <a:ext cx="1444909" cy="606658"/>
            <a:chOff x="0" y="0"/>
            <a:chExt cx="380552" cy="1597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0552" cy="159778"/>
            </a:xfrm>
            <a:custGeom>
              <a:avLst/>
              <a:gdLst/>
              <a:ahLst/>
              <a:cxnLst/>
              <a:rect r="r" b="b" t="t" l="l"/>
              <a:pathLst>
                <a:path h="159778" w="380552">
                  <a:moveTo>
                    <a:pt x="0" y="0"/>
                  </a:moveTo>
                  <a:lnTo>
                    <a:pt x="380552" y="0"/>
                  </a:lnTo>
                  <a:lnTo>
                    <a:pt x="380552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0552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16073" y="9772650"/>
            <a:ext cx="1484219" cy="606658"/>
            <a:chOff x="0" y="0"/>
            <a:chExt cx="390905" cy="1597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0905" cy="159778"/>
            </a:xfrm>
            <a:custGeom>
              <a:avLst/>
              <a:gdLst/>
              <a:ahLst/>
              <a:cxnLst/>
              <a:rect r="r" b="b" t="t" l="l"/>
              <a:pathLst>
                <a:path h="159778" w="390905">
                  <a:moveTo>
                    <a:pt x="0" y="0"/>
                  </a:moveTo>
                  <a:lnTo>
                    <a:pt x="390905" y="0"/>
                  </a:lnTo>
                  <a:lnTo>
                    <a:pt x="390905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90905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9293" y="0"/>
            <a:ext cx="1444909" cy="606658"/>
            <a:chOff x="0" y="0"/>
            <a:chExt cx="380552" cy="1597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552" cy="159778"/>
            </a:xfrm>
            <a:custGeom>
              <a:avLst/>
              <a:gdLst/>
              <a:ahLst/>
              <a:cxnLst/>
              <a:rect r="r" b="b" t="t" l="l"/>
              <a:pathLst>
                <a:path h="159778" w="380552">
                  <a:moveTo>
                    <a:pt x="0" y="0"/>
                  </a:moveTo>
                  <a:lnTo>
                    <a:pt x="380552" y="0"/>
                  </a:lnTo>
                  <a:lnTo>
                    <a:pt x="380552" y="159778"/>
                  </a:lnTo>
                  <a:lnTo>
                    <a:pt x="0" y="159778"/>
                  </a:lnTo>
                  <a:close/>
                </a:path>
              </a:pathLst>
            </a:custGeom>
            <a:solidFill>
              <a:srgbClr val="07070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80552" cy="1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51861" y="2949856"/>
            <a:ext cx="7463111" cy="125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1"/>
              </a:lnSpc>
              <a:spcBef>
                <a:spcPct val="0"/>
              </a:spcBef>
            </a:pPr>
            <a:r>
              <a:rPr lang="en-US" sz="73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 Kasih!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838542" y="4135781"/>
            <a:ext cx="4885155" cy="2774940"/>
            <a:chOff x="0" y="0"/>
            <a:chExt cx="6513540" cy="3699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99920" cy="3699920"/>
            </a:xfrm>
            <a:custGeom>
              <a:avLst/>
              <a:gdLst/>
              <a:ahLst/>
              <a:cxnLst/>
              <a:rect r="r" b="b" t="t" l="l"/>
              <a:pathLst>
                <a:path h="3699920" w="3699920">
                  <a:moveTo>
                    <a:pt x="0" y="0"/>
                  </a:moveTo>
                  <a:lnTo>
                    <a:pt x="3699920" y="0"/>
                  </a:lnTo>
                  <a:lnTo>
                    <a:pt x="3699920" y="3699920"/>
                  </a:lnTo>
                  <a:lnTo>
                    <a:pt x="0" y="369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699920" y="517008"/>
              <a:ext cx="2813620" cy="2665905"/>
            </a:xfrm>
            <a:custGeom>
              <a:avLst/>
              <a:gdLst/>
              <a:ahLst/>
              <a:cxnLst/>
              <a:rect r="r" b="b" t="t" l="l"/>
              <a:pathLst>
                <a:path h="2665905" w="2813620">
                  <a:moveTo>
                    <a:pt x="0" y="0"/>
                  </a:moveTo>
                  <a:lnTo>
                    <a:pt x="2813620" y="0"/>
                  </a:lnTo>
                  <a:lnTo>
                    <a:pt x="2813620" y="2665905"/>
                  </a:lnTo>
                  <a:lnTo>
                    <a:pt x="0" y="2665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0269136" y="3964409"/>
            <a:ext cx="7546493" cy="7008806"/>
          </a:xfrm>
          <a:custGeom>
            <a:avLst/>
            <a:gdLst/>
            <a:ahLst/>
            <a:cxnLst/>
            <a:rect r="r" b="b" t="t" l="l"/>
            <a:pathLst>
              <a:path h="7008806" w="7546493">
                <a:moveTo>
                  <a:pt x="0" y="0"/>
                </a:moveTo>
                <a:lnTo>
                  <a:pt x="7546493" y="0"/>
                </a:lnTo>
                <a:lnTo>
                  <a:pt x="7546493" y="7008806"/>
                </a:lnTo>
                <a:lnTo>
                  <a:pt x="0" y="7008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DAGg3k4Wgg0</dc:identifier>
  <dcterms:modified xsi:type="dcterms:W3CDTF">2011-08-01T06:04:30Z</dcterms:modified>
  <cp:revision>1</cp:revision>
  <dc:title>Worklytic</dc:title>
</cp:coreProperties>
</file>